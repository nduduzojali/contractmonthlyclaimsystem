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4"/>
  </p:sldMasterIdLst>
  <p:notesMasterIdLst>
    <p:notesMasterId r:id="rId29"/>
  </p:notesMasterIdLst>
  <p:handoutMasterIdLst>
    <p:handoutMasterId r:id="rId30"/>
  </p:handoutMasterIdLst>
  <p:sldIdLst>
    <p:sldId id="256" r:id="rId5"/>
    <p:sldId id="257" r:id="rId6"/>
    <p:sldId id="262" r:id="rId7"/>
    <p:sldId id="319" r:id="rId8"/>
    <p:sldId id="313" r:id="rId9"/>
    <p:sldId id="320" r:id="rId10"/>
    <p:sldId id="315" r:id="rId11"/>
    <p:sldId id="317" r:id="rId12"/>
    <p:sldId id="267" r:id="rId13"/>
    <p:sldId id="260" r:id="rId14"/>
    <p:sldId id="318" r:id="rId15"/>
    <p:sldId id="321" r:id="rId16"/>
    <p:sldId id="268" r:id="rId17"/>
    <p:sldId id="322" r:id="rId18"/>
    <p:sldId id="323" r:id="rId19"/>
    <p:sldId id="324" r:id="rId20"/>
    <p:sldId id="325" r:id="rId21"/>
    <p:sldId id="326" r:id="rId22"/>
    <p:sldId id="327" r:id="rId23"/>
    <p:sldId id="328" r:id="rId24"/>
    <p:sldId id="329" r:id="rId25"/>
    <p:sldId id="330" r:id="rId26"/>
    <p:sldId id="331" r:id="rId27"/>
    <p:sldId id="33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505E3EF-67EA-436B-97B2-0124C06EBD2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5660" autoAdjust="0"/>
  </p:normalViewPr>
  <p:slideViewPr>
    <p:cSldViewPr snapToGrid="0">
      <p:cViewPr varScale="1">
        <p:scale>
          <a:sx n="78" d="100"/>
          <a:sy n="78" d="100"/>
        </p:scale>
        <p:origin x="878" y="72"/>
      </p:cViewPr>
      <p:guideLst/>
    </p:cSldViewPr>
  </p:slideViewPr>
  <p:outlineViewPr>
    <p:cViewPr>
      <p:scale>
        <a:sx n="33" d="100"/>
        <a:sy n="33" d="100"/>
      </p:scale>
      <p:origin x="0" y="-4464"/>
    </p:cViewPr>
  </p:outlineViewPr>
  <p:notesTextViewPr>
    <p:cViewPr>
      <p:scale>
        <a:sx n="1" d="1"/>
        <a:sy n="1" d="1"/>
      </p:scale>
      <p:origin x="0" y="0"/>
    </p:cViewPr>
  </p:notesTextViewPr>
  <p:sorterViewPr>
    <p:cViewPr varScale="1">
      <p:scale>
        <a:sx n="1" d="1"/>
        <a:sy n="1" d="1"/>
      </p:scale>
      <p:origin x="0" y="-314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E52182-8ED2-2CD9-1769-D9951A9939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4873A34-C368-6B6E-8816-ABC664A857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2FBC06-9676-42B7-A8B4-279236EF9829}" type="datetimeFigureOut">
              <a:rPr lang="en-US" smtClean="0"/>
              <a:t>11/21/2025</a:t>
            </a:fld>
            <a:endParaRPr lang="en-US" dirty="0"/>
          </a:p>
        </p:txBody>
      </p:sp>
      <p:sp>
        <p:nvSpPr>
          <p:cNvPr id="4" name="Footer Placeholder 3">
            <a:extLst>
              <a:ext uri="{FF2B5EF4-FFF2-40B4-BE49-F238E27FC236}">
                <a16:creationId xmlns:a16="http://schemas.microsoft.com/office/drawing/2014/main" id="{AE355158-3742-8894-B074-C872916FE8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A6B5579-9D25-81D6-8171-2F8C3F5377E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B3735C-CF2D-4272-874B-84D65FE3CAEA}" type="slidenum">
              <a:rPr lang="en-US" smtClean="0"/>
              <a:t>‹#›</a:t>
            </a:fld>
            <a:endParaRPr lang="en-US" dirty="0"/>
          </a:p>
        </p:txBody>
      </p:sp>
    </p:spTree>
    <p:extLst>
      <p:ext uri="{BB962C8B-B14F-4D97-AF65-F5344CB8AC3E}">
        <p14:creationId xmlns:p14="http://schemas.microsoft.com/office/powerpoint/2010/main" val="3576658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63451-F71A-45EA-8B10-04A09C28CC19}" type="datetimeFigureOut">
              <a:rPr lang="en-US" smtClean="0"/>
              <a:t>11/21/2025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8B270D-091D-4ED2-8C85-0898DD7D9F21}" type="slidenum">
              <a:rPr lang="en-US" smtClean="0"/>
              <a:t>‹#›</a:t>
            </a:fld>
            <a:endParaRPr lang="en-US" dirty="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1</a:t>
            </a:fld>
            <a:endParaRPr lang="en-US" dirty="0"/>
          </a:p>
        </p:txBody>
      </p:sp>
    </p:spTree>
    <p:extLst>
      <p:ext uri="{BB962C8B-B14F-4D97-AF65-F5344CB8AC3E}">
        <p14:creationId xmlns:p14="http://schemas.microsoft.com/office/powerpoint/2010/main" val="4133141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2</a:t>
            </a:fld>
            <a:endParaRPr lang="en-US" dirty="0"/>
          </a:p>
        </p:txBody>
      </p:sp>
    </p:spTree>
    <p:extLst>
      <p:ext uri="{BB962C8B-B14F-4D97-AF65-F5344CB8AC3E}">
        <p14:creationId xmlns:p14="http://schemas.microsoft.com/office/powerpoint/2010/main" val="3364165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3</a:t>
            </a:fld>
            <a:endParaRPr lang="en-US" dirty="0"/>
          </a:p>
        </p:txBody>
      </p:sp>
    </p:spTree>
    <p:extLst>
      <p:ext uri="{BB962C8B-B14F-4D97-AF65-F5344CB8AC3E}">
        <p14:creationId xmlns:p14="http://schemas.microsoft.com/office/powerpoint/2010/main" val="1632927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4</a:t>
            </a:fld>
            <a:endParaRPr lang="en-US" dirty="0"/>
          </a:p>
        </p:txBody>
      </p:sp>
    </p:spTree>
    <p:extLst>
      <p:ext uri="{BB962C8B-B14F-4D97-AF65-F5344CB8AC3E}">
        <p14:creationId xmlns:p14="http://schemas.microsoft.com/office/powerpoint/2010/main" val="828775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5</a:t>
            </a:fld>
            <a:endParaRPr lang="en-US" dirty="0"/>
          </a:p>
        </p:txBody>
      </p:sp>
    </p:spTree>
    <p:extLst>
      <p:ext uri="{BB962C8B-B14F-4D97-AF65-F5344CB8AC3E}">
        <p14:creationId xmlns:p14="http://schemas.microsoft.com/office/powerpoint/2010/main" val="3899098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6</a:t>
            </a:fld>
            <a:endParaRPr lang="en-US" dirty="0"/>
          </a:p>
        </p:txBody>
      </p:sp>
    </p:spTree>
    <p:extLst>
      <p:ext uri="{BB962C8B-B14F-4D97-AF65-F5344CB8AC3E}">
        <p14:creationId xmlns:p14="http://schemas.microsoft.com/office/powerpoint/2010/main" val="2734442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7</a:t>
            </a:fld>
            <a:endParaRPr lang="en-US" dirty="0"/>
          </a:p>
        </p:txBody>
      </p:sp>
    </p:spTree>
    <p:extLst>
      <p:ext uri="{BB962C8B-B14F-4D97-AF65-F5344CB8AC3E}">
        <p14:creationId xmlns:p14="http://schemas.microsoft.com/office/powerpoint/2010/main" val="3772922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8</a:t>
            </a:fld>
            <a:endParaRPr lang="en-US" dirty="0"/>
          </a:p>
        </p:txBody>
      </p:sp>
    </p:spTree>
    <p:extLst>
      <p:ext uri="{BB962C8B-B14F-4D97-AF65-F5344CB8AC3E}">
        <p14:creationId xmlns:p14="http://schemas.microsoft.com/office/powerpoint/2010/main" val="3302879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9</a:t>
            </a:fld>
            <a:endParaRPr lang="en-US" dirty="0"/>
          </a:p>
        </p:txBody>
      </p:sp>
    </p:spTree>
    <p:extLst>
      <p:ext uri="{BB962C8B-B14F-4D97-AF65-F5344CB8AC3E}">
        <p14:creationId xmlns:p14="http://schemas.microsoft.com/office/powerpoint/2010/main" val="940918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10</a:t>
            </a:fld>
            <a:endParaRPr lang="en-US" dirty="0"/>
          </a:p>
        </p:txBody>
      </p:sp>
    </p:spTree>
    <p:extLst>
      <p:ext uri="{BB962C8B-B14F-4D97-AF65-F5344CB8AC3E}">
        <p14:creationId xmlns:p14="http://schemas.microsoft.com/office/powerpoint/2010/main" val="547223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11</a:t>
            </a:fld>
            <a:endParaRPr lang="en-US" dirty="0"/>
          </a:p>
        </p:txBody>
      </p:sp>
    </p:spTree>
    <p:extLst>
      <p:ext uri="{BB962C8B-B14F-4D97-AF65-F5344CB8AC3E}">
        <p14:creationId xmlns:p14="http://schemas.microsoft.com/office/powerpoint/2010/main" val="623940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12</a:t>
            </a:fld>
            <a:endParaRPr lang="en-US" dirty="0"/>
          </a:p>
        </p:txBody>
      </p:sp>
    </p:spTree>
    <p:extLst>
      <p:ext uri="{BB962C8B-B14F-4D97-AF65-F5344CB8AC3E}">
        <p14:creationId xmlns:p14="http://schemas.microsoft.com/office/powerpoint/2010/main" val="271884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13</a:t>
            </a:fld>
            <a:endParaRPr lang="en-US" dirty="0"/>
          </a:p>
        </p:txBody>
      </p:sp>
    </p:spTree>
    <p:extLst>
      <p:ext uri="{BB962C8B-B14F-4D97-AF65-F5344CB8AC3E}">
        <p14:creationId xmlns:p14="http://schemas.microsoft.com/office/powerpoint/2010/main" val="3757332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852517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6244943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294A09A9-5501-47C1-A89A-A340965A2BE2}" type="slidenum">
              <a:rPr lang="en-US" smtClean="0"/>
              <a:pPr/>
              <a:t>‹#›</a:t>
            </a:fld>
            <a:endParaRPr lang="en-US" dirty="0"/>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04504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7252712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552302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11/21/2025</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grpSp>
        <p:nvGrpSpPr>
          <p:cNvPr id="6" name="Group 5">
            <a:extLst>
              <a:ext uri="{FF2B5EF4-FFF2-40B4-BE49-F238E27FC236}">
                <a16:creationId xmlns:a16="http://schemas.microsoft.com/office/drawing/2014/main" id="{17004688-7200-27A0-AED2-FDEA0C50E2E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0962AE0E-CD08-E4A3-B4FB-58E3FB6095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942343E8-72A7-5457-2C99-D033A36FF0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1C19E638-91EB-75DC-9458-EA0229C044E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6E02EB3D-A45E-B4B7-9E49-65E6921C6D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46ED0F2C-33C6-33F8-D25A-653073FA8F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76C992DF-7C76-80E6-220E-5545B437E8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1532E4B2-6FAE-2363-8842-E08A265B0FB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D7AE19E9-E19F-29AF-639C-44EB5FB5E3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FC6B75DA-401A-8C4D-421A-4A0230030C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83B7B7D8-FAE1-EF25-3177-C597CA2855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D8189C2B-39BF-F3AD-761F-3EC5A413936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9B3C11E0-E220-6347-106F-7361EEF4B71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79AAD932-DEE5-826A-1B8E-BF1B2B2BB3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A9BA9C23-F16A-423E-DB70-2BBBE58B0C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237FA726-DD02-A25D-C698-4FB16B377C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A0991B4B-EDB7-1AEE-679D-75A7958333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198D13E0-51CA-CC43-BFAD-752CD4E5ED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979DDC47-298E-AFD7-CE86-9F24018FCB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FDF6497C-C9D8-77C1-9EC1-AA3DC693FD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F94954A5-B504-9802-E8A3-D92A434B21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26CA4C70-E5AD-FFC4-4F64-9029A88E16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C2F66C97-233E-069E-842E-FC7DD613F3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AA0F3696-6B0D-543A-4D40-8B145249CB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29D21825-8498-CADF-8EB5-D08C5C4348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D1EBC7BA-66A7-56E5-19F7-65B9A2BE6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41A6EA28-930F-EBBA-43EE-6CB627294A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5297B34D-B81D-6350-4194-484D7EC282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DD7C599E-910F-8D88-3AA0-B24C9A79E1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E663B789-16D2-7968-1AB9-E036E4D428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EBE4D28C-9D5D-2CDF-4E98-5D046F140C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19D439ED-096C-BC38-ECCB-78B2B5178F8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E820AB2-DB7A-A79D-FAE4-35AC3D677C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88E5C4B-5B7B-FDA4-A576-7854A9D159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E3C02BC9-4E4F-3743-8563-808D6A0B43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D0EF96EA-252F-062A-E566-42ABC6B903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58DCE928-965C-EA85-F5C1-24E19E45854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B5B70EF0-D01D-E5DD-0234-6B93EE439E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CA0351E2-397A-7FC9-6BE5-A3018AAB2BD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9EE4DD70-FCD0-DFFE-52A6-0DE9BC2331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466F87F-6F35-E28C-1556-6383A82F7F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D4FD8A8E-2B46-F940-BD0E-086FCF7666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7532BE26-5B7C-EE9E-4191-8A54CDBBD6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BFC8ECE6-D59A-9EE4-CB81-D6162F00D8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15080BC2-EE72-5D70-6666-DEBC491653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393AA0A3-2A8A-2332-F348-F88D6E1F3B3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54355255-9D4E-147B-DA9E-4FFB14E7C1B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0C229BCD-A083-BC81-2151-41E4947E04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F138DCEE-5B8D-D5E5-54B6-6B0BA01F6E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F00BD61F-0747-E748-6BFB-CB875F4942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07C45B1B-92EA-5E82-24D1-931DB8AF99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11B1265-0119-731D-E758-7C0BAFE4B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35056C9E-95B1-E743-9A73-5A39803B74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873B7450-9F65-5384-2976-127FD87757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93FE1A96-9FB8-DD4B-5EB8-26A91007B6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07C997E7-D2EC-2533-34E1-ADA752DD0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CDFD69D0-D4F6-6990-4E0A-C6FEB0CE49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825CB36E-9726-A54C-5717-F6A428FED5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F8184497-7251-D4E9-F39C-EE556E4B10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835D68A6-6C40-806B-C58A-25B22D6BC6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E36097E1-57E6-7188-7C0D-36C56EF55F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9C1BAB2A-BA9C-8C5A-13B8-CE9C056AE65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F8DCA4A-A0D6-514F-47BB-541F133C696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0BEDD737-7AD9-32AF-DA50-AE940D883A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361792E-BF11-44DD-3900-9EE92815F3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EF08723B-66BF-73AE-106A-58DBBBABFA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866A6C7D-739E-6ED2-8DC9-F62F9697723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3CAE0274-E38E-54A4-13C4-FFD1A9DDC6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7561DEAF-B810-94D1-71BB-2116BFFFA7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323C31A5-9409-F839-90BA-3883DC53230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42742EC4-5A1C-631E-398C-F3C5A9C4A2E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D2C0A335-0DBB-9CDA-7CB6-64689BB782A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21B6FD8-0F3F-70F9-2457-87BB8AAB793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44ACA065-23B9-0399-85C9-8821480A7D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360F78FE-550E-F182-27C9-8D0D0411F4D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82BEC42F-0A94-4DB3-9210-90D9BA7610B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4639297D-A086-3111-DE35-3ADFC63EC5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0A57F373-E650-007D-EF3A-125835724B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3F7AA1C2-3BC9-2CC2-246C-891EEAAAAAD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8095730D-9E3D-CB3A-4FF1-D9B51A162A3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FDC9A03-E7DE-3D3E-74F8-C2990A5082F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3B430687-A11D-CFC5-B7C6-AF9A479146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F9EEDCBB-CCC4-61BB-3480-8D21A3D2F1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1900389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3910518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640213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8089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218381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031844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ubtitle Pict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9E50B4-1616-9029-9FC0-901DDF9BF608}"/>
              </a:ext>
              <a:ext uri="{C183D7F6-B498-43B3-948B-1728B52AA6E4}">
                <adec:decorative xmlns:adec="http://schemas.microsoft.com/office/drawing/2017/decorative" val="1"/>
              </a:ext>
            </a:extLst>
          </p:cNvPr>
          <p:cNvSpPr/>
          <p:nvPr userDrawn="1"/>
        </p:nvSpPr>
        <p:spPr>
          <a:xfrm>
            <a:off x="4449680" y="0"/>
            <a:ext cx="77423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530307" y="430521"/>
            <a:ext cx="3389065" cy="1847528"/>
          </a:xfrm>
        </p:spPr>
        <p:txBody>
          <a:bodyPr>
            <a:noAutofit/>
          </a:bodyPr>
          <a:lstStyle>
            <a:lvl1pPr algn="ctr">
              <a:defRPr sz="3600"/>
            </a:lvl1pPr>
          </a:lstStyle>
          <a:p>
            <a:r>
              <a:rPr lang="en-US" dirty="0"/>
              <a:t>Click to add title</a:t>
            </a:r>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1954839" y="2511829"/>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674FFBCF-911F-5818-60FE-B018CA677353}"/>
              </a:ext>
            </a:extLst>
          </p:cNvPr>
          <p:cNvSpPr>
            <a:spLocks noGrp="1"/>
          </p:cNvSpPr>
          <p:nvPr>
            <p:ph sz="quarter" idx="15" hasCustomPrompt="1"/>
          </p:nvPr>
        </p:nvSpPr>
        <p:spPr>
          <a:xfrm>
            <a:off x="530307" y="2745610"/>
            <a:ext cx="3389065" cy="3499611"/>
          </a:xfrm>
        </p:spPr>
        <p:txBody>
          <a:bodyPr>
            <a:normAutofit/>
          </a:bodyPr>
          <a:lstStyle>
            <a:lvl1pPr marL="0" indent="0" algn="ctr">
              <a:buNone/>
              <a:defRPr lang="en-US" sz="2000" kern="1200" spc="50" dirty="0">
                <a:solidFill>
                  <a:schemeClr val="tx1">
                    <a:alpha val="60000"/>
                  </a:schemeClr>
                </a:solidFill>
                <a:latin typeface="+mn-lt"/>
                <a:ea typeface="+mn-ea"/>
                <a:cs typeface="+mn-cs"/>
              </a:defRPr>
            </a:lvl1pPr>
            <a:lvl2pPr marL="360000" indent="0">
              <a:buNone/>
              <a:defRPr/>
            </a:lvl2pPr>
            <a:lvl3pPr marL="720000" indent="0">
              <a:buNone/>
              <a:defRPr/>
            </a:lvl3pPr>
            <a:lvl4pPr marL="1080000" indent="0">
              <a:buNone/>
              <a:defRPr/>
            </a:lvl4pPr>
            <a:lvl5pPr marL="1440000" indent="0">
              <a:buNone/>
              <a:defRPr/>
            </a:lvl5pPr>
          </a:lstStyle>
          <a:p>
            <a:pPr marL="0" indent="0" algn="ctr">
              <a:buNone/>
            </a:pPr>
            <a:r>
              <a:rPr lang="en-US" dirty="0"/>
              <a:t>Click to add text</a:t>
            </a:r>
          </a:p>
        </p:txBody>
      </p:sp>
      <p:sp>
        <p:nvSpPr>
          <p:cNvPr id="9" name="Picture Placeholder 8">
            <a:extLst>
              <a:ext uri="{FF2B5EF4-FFF2-40B4-BE49-F238E27FC236}">
                <a16:creationId xmlns:a16="http://schemas.microsoft.com/office/drawing/2014/main" id="{EF1A84F6-2D30-446A-9D91-44FBCB825679}"/>
              </a:ext>
            </a:extLst>
          </p:cNvPr>
          <p:cNvSpPr>
            <a:spLocks noGrp="1"/>
          </p:cNvSpPr>
          <p:nvPr>
            <p:ph type="pic" sz="quarter" idx="14" hasCustomPrompt="1"/>
          </p:nvPr>
        </p:nvSpPr>
        <p:spPr>
          <a:xfrm>
            <a:off x="4979988" y="430521"/>
            <a:ext cx="6681704" cy="6019264"/>
          </a:xfrm>
        </p:spPr>
        <p:txBody>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1052376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Pictur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alpha val="20000"/>
                </a:schemeClr>
              </a:solidFill>
            </a:endParaRPr>
          </a:p>
        </p:txBody>
      </p:sp>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462643" y="995760"/>
            <a:ext cx="5170860" cy="4869882"/>
          </a:xfrm>
        </p:spPr>
        <p:txBody>
          <a:bodyPr anchor="ctr">
            <a:noAutofit/>
          </a:bodyPr>
          <a:lstStyle>
            <a:lvl1pPr algn="ctr">
              <a:defRPr sz="4800"/>
            </a:lvl1pPr>
          </a:lstStyle>
          <a:p>
            <a:r>
              <a:rPr lang="en-US" dirty="0"/>
              <a:t>Click to add title</a:t>
            </a:r>
          </a:p>
        </p:txBody>
      </p:sp>
      <p:sp>
        <p:nvSpPr>
          <p:cNvPr id="24" name="Picture Placeholder 23">
            <a:extLst>
              <a:ext uri="{FF2B5EF4-FFF2-40B4-BE49-F238E27FC236}">
                <a16:creationId xmlns:a16="http://schemas.microsoft.com/office/drawing/2014/main" id="{C9D32952-2D0C-4A3E-9354-E014C717894E}"/>
              </a:ext>
            </a:extLst>
          </p:cNvPr>
          <p:cNvSpPr>
            <a:spLocks noGrp="1"/>
          </p:cNvSpPr>
          <p:nvPr>
            <p:ph type="pic" sz="quarter" idx="13" hasCustomPrompt="1"/>
          </p:nvPr>
        </p:nvSpPr>
        <p:spPr>
          <a:xfrm>
            <a:off x="6654800" y="430213"/>
            <a:ext cx="4995863" cy="5997574"/>
          </a:xfrm>
        </p:spPr>
        <p:txBody>
          <a:bodyPr>
            <a:normAutofit/>
          </a:bodyPr>
          <a:lstStyle>
            <a:lvl1pPr marL="0" indent="0" algn="ctr">
              <a:buNone/>
              <a:defRPr sz="1600"/>
            </a:lvl1pPr>
          </a:lstStyle>
          <a:p>
            <a:r>
              <a:rPr lang="en-US" dirty="0"/>
              <a:t>Click to add picture</a:t>
            </a:r>
          </a:p>
        </p:txBody>
      </p:sp>
      <p:grpSp>
        <p:nvGrpSpPr>
          <p:cNvPr id="6" name="Group 5">
            <a:extLst>
              <a:ext uri="{FF2B5EF4-FFF2-40B4-BE49-F238E27FC236}">
                <a16:creationId xmlns:a16="http://schemas.microsoft.com/office/drawing/2014/main" id="{36D3DA45-FD99-405B-8BF9-260DD97C0D4F}"/>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1939998" y="5634038"/>
            <a:ext cx="2216150" cy="1177924"/>
            <a:chOff x="4987925" y="2840038"/>
            <a:chExt cx="2216150" cy="1177924"/>
          </a:xfrm>
        </p:grpSpPr>
        <p:sp>
          <p:nvSpPr>
            <p:cNvPr id="7" name="Rectangle 6">
              <a:extLst>
                <a:ext uri="{FF2B5EF4-FFF2-40B4-BE49-F238E27FC236}">
                  <a16:creationId xmlns:a16="http://schemas.microsoft.com/office/drawing/2014/main" id="{C5C2A03C-F372-4C6D-929D-FD97AD4396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E8FEDBB3-0BD6-41BC-BB57-9FEC2E96C0F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9" name="Group 8">
                <a:extLst>
                  <a:ext uri="{FF2B5EF4-FFF2-40B4-BE49-F238E27FC236}">
                    <a16:creationId xmlns:a16="http://schemas.microsoft.com/office/drawing/2014/main" id="{7D12B81D-3F14-4DA1-BECA-669824832A0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4" name="Freeform 68">
                  <a:extLst>
                    <a:ext uri="{FF2B5EF4-FFF2-40B4-BE49-F238E27FC236}">
                      <a16:creationId xmlns:a16="http://schemas.microsoft.com/office/drawing/2014/main" id="{EA11E57D-88DD-4899-907A-2A5772002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69">
                  <a:extLst>
                    <a:ext uri="{FF2B5EF4-FFF2-40B4-BE49-F238E27FC236}">
                      <a16:creationId xmlns:a16="http://schemas.microsoft.com/office/drawing/2014/main" id="{7A5AEE18-30A4-4777-975F-02D107A171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Line 70">
                  <a:extLst>
                    <a:ext uri="{FF2B5EF4-FFF2-40B4-BE49-F238E27FC236}">
                      <a16:creationId xmlns:a16="http://schemas.microsoft.com/office/drawing/2014/main" id="{39EA21FB-AE36-478E-9770-CB84281439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 name="Group 9">
                <a:extLst>
                  <a:ext uri="{FF2B5EF4-FFF2-40B4-BE49-F238E27FC236}">
                    <a16:creationId xmlns:a16="http://schemas.microsoft.com/office/drawing/2014/main" id="{BC45D5C4-2D3A-4F84-BED1-D9B75234B07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1" name="Freeform 68">
                  <a:extLst>
                    <a:ext uri="{FF2B5EF4-FFF2-40B4-BE49-F238E27FC236}">
                      <a16:creationId xmlns:a16="http://schemas.microsoft.com/office/drawing/2014/main" id="{259762E8-7432-4501-9FE5-92B04D37C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 name="Freeform 69">
                  <a:extLst>
                    <a:ext uri="{FF2B5EF4-FFF2-40B4-BE49-F238E27FC236}">
                      <a16:creationId xmlns:a16="http://schemas.microsoft.com/office/drawing/2014/main" id="{FF91FD3E-0148-4B50-8906-7D9CD382A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Line 70">
                  <a:extLst>
                    <a:ext uri="{FF2B5EF4-FFF2-40B4-BE49-F238E27FC236}">
                      <a16:creationId xmlns:a16="http://schemas.microsoft.com/office/drawing/2014/main" id="{506FA1AD-488A-4FD4-A79F-4343698EA7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grpSp>
        <p:nvGrpSpPr>
          <p:cNvPr id="17" name="Group 16">
            <a:extLst>
              <a:ext uri="{FF2B5EF4-FFF2-40B4-BE49-F238E27FC236}">
                <a16:creationId xmlns:a16="http://schemas.microsoft.com/office/drawing/2014/main" id="{FE79776F-EEB5-464D-19DD-92EC7B3B3296}"/>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1939998" y="49440"/>
            <a:ext cx="2216150" cy="1177924"/>
            <a:chOff x="4987925" y="2840038"/>
            <a:chExt cx="2216150" cy="1177924"/>
          </a:xfrm>
        </p:grpSpPr>
        <p:sp>
          <p:nvSpPr>
            <p:cNvPr id="19" name="Rectangle 18">
              <a:extLst>
                <a:ext uri="{FF2B5EF4-FFF2-40B4-BE49-F238E27FC236}">
                  <a16:creationId xmlns:a16="http://schemas.microsoft.com/office/drawing/2014/main" id="{309A16CC-7006-C92A-F15C-618A3235AF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0">
              <a:extLst>
                <a:ext uri="{FF2B5EF4-FFF2-40B4-BE49-F238E27FC236}">
                  <a16:creationId xmlns:a16="http://schemas.microsoft.com/office/drawing/2014/main" id="{035D8D8D-001E-352F-FE03-CC3EE1D7CFC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2" name="Group 21">
                <a:extLst>
                  <a:ext uri="{FF2B5EF4-FFF2-40B4-BE49-F238E27FC236}">
                    <a16:creationId xmlns:a16="http://schemas.microsoft.com/office/drawing/2014/main" id="{51CE1C6F-D1A5-FD45-5120-8F87F05DCFD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FE946A41-95B9-A9F4-17ED-A0113124469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69">
                  <a:extLst>
                    <a:ext uri="{FF2B5EF4-FFF2-40B4-BE49-F238E27FC236}">
                      <a16:creationId xmlns:a16="http://schemas.microsoft.com/office/drawing/2014/main" id="{FDFB515A-8805-F10C-2933-35BDDF1DD3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Line 70">
                  <a:extLst>
                    <a:ext uri="{FF2B5EF4-FFF2-40B4-BE49-F238E27FC236}">
                      <a16:creationId xmlns:a16="http://schemas.microsoft.com/office/drawing/2014/main" id="{F63B17C2-189B-28FA-8876-976CC481C7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3" name="Group 22">
                <a:extLst>
                  <a:ext uri="{FF2B5EF4-FFF2-40B4-BE49-F238E27FC236}">
                    <a16:creationId xmlns:a16="http://schemas.microsoft.com/office/drawing/2014/main" id="{613E90FB-54AC-A2FC-9D01-C95ACC91FC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58A6A556-AB2C-1636-63D4-9E2806E3671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69">
                  <a:extLst>
                    <a:ext uri="{FF2B5EF4-FFF2-40B4-BE49-F238E27FC236}">
                      <a16:creationId xmlns:a16="http://schemas.microsoft.com/office/drawing/2014/main" id="{A43047F1-413F-99DB-01CC-293FC1813A5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Line 70">
                  <a:extLst>
                    <a:ext uri="{FF2B5EF4-FFF2-40B4-BE49-F238E27FC236}">
                      <a16:creationId xmlns:a16="http://schemas.microsoft.com/office/drawing/2014/main" id="{47C2B72F-C97F-770D-5F99-50DD97EB27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2472699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ubtitl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alpha val="20000"/>
                </a:schemeClr>
              </a:solidFill>
            </a:endParaRPr>
          </a:p>
        </p:txBody>
      </p:sp>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462643" y="995761"/>
            <a:ext cx="5160757" cy="2972990"/>
          </a:xfrm>
        </p:spPr>
        <p:txBody>
          <a:bodyPr>
            <a:noAutofit/>
          </a:bodyPr>
          <a:lstStyle>
            <a:lvl1pPr algn="ctr">
              <a:defRPr sz="4800"/>
            </a:lvl1pPr>
          </a:lstStyle>
          <a:p>
            <a:r>
              <a:rPr lang="en-US" dirty="0"/>
              <a:t>Click to add title</a:t>
            </a:r>
          </a:p>
        </p:txBody>
      </p:sp>
      <p:sp>
        <p:nvSpPr>
          <p:cNvPr id="20" name="Subtitle 7">
            <a:extLst>
              <a:ext uri="{FF2B5EF4-FFF2-40B4-BE49-F238E27FC236}">
                <a16:creationId xmlns:a16="http://schemas.microsoft.com/office/drawing/2014/main" id="{C2777538-58E6-494C-A27B-B70346B0F395}"/>
              </a:ext>
            </a:extLst>
          </p:cNvPr>
          <p:cNvSpPr>
            <a:spLocks noGrp="1"/>
          </p:cNvSpPr>
          <p:nvPr>
            <p:ph type="subTitle" idx="1" hasCustomPrompt="1"/>
          </p:nvPr>
        </p:nvSpPr>
        <p:spPr>
          <a:xfrm>
            <a:off x="462643" y="4081727"/>
            <a:ext cx="5160757" cy="1780513"/>
          </a:xfrm>
        </p:spPr>
        <p:txBody>
          <a:bodyPr anchor="t" anchorCtr="0">
            <a:noAutofit/>
          </a:bodyPr>
          <a:lstStyle>
            <a:lvl1pPr marL="0" indent="0" algn="ctr">
              <a:buNone/>
              <a:defRPr lang="en-US" sz="1800" kern="1200" cap="all" spc="300" dirty="0">
                <a:solidFill>
                  <a:schemeClr val="tx1">
                    <a:alpha val="60000"/>
                  </a:schemeClr>
                </a:solidFill>
                <a:latin typeface="+mn-lt"/>
                <a:ea typeface="+mn-ea"/>
                <a:cs typeface="+mn-cs"/>
              </a:defRPr>
            </a:lvl1pPr>
          </a:lstStyle>
          <a:p>
            <a:r>
              <a:rPr lang="en-US" dirty="0">
                <a:cs typeface="Calibri"/>
              </a:rPr>
              <a:t>Click to add subtitle</a:t>
            </a:r>
            <a:endParaRPr lang="en-US" dirty="0"/>
          </a:p>
        </p:txBody>
      </p:sp>
      <p:grpSp>
        <p:nvGrpSpPr>
          <p:cNvPr id="4" name="Group 3">
            <a:extLst>
              <a:ext uri="{FF2B5EF4-FFF2-40B4-BE49-F238E27FC236}">
                <a16:creationId xmlns:a16="http://schemas.microsoft.com/office/drawing/2014/main" id="{741D5DFE-8F3F-B784-41B0-31F1C534B8CF}"/>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1939998" y="5634038"/>
            <a:ext cx="2216150" cy="1177924"/>
            <a:chOff x="4987925" y="2840038"/>
            <a:chExt cx="2216150" cy="1177924"/>
          </a:xfrm>
        </p:grpSpPr>
        <p:sp>
          <p:nvSpPr>
            <p:cNvPr id="5" name="Rectangle 4">
              <a:extLst>
                <a:ext uri="{FF2B5EF4-FFF2-40B4-BE49-F238E27FC236}">
                  <a16:creationId xmlns:a16="http://schemas.microsoft.com/office/drawing/2014/main" id="{C78FF8C9-13C5-56E2-15F0-726312FF5E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14867E99-B662-B6E9-E6E5-C3407AF4191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9" name="Group 18">
                <a:extLst>
                  <a:ext uri="{FF2B5EF4-FFF2-40B4-BE49-F238E27FC236}">
                    <a16:creationId xmlns:a16="http://schemas.microsoft.com/office/drawing/2014/main" id="{17278895-DA26-C127-87C0-697FD9488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7" name="Freeform 68">
                  <a:extLst>
                    <a:ext uri="{FF2B5EF4-FFF2-40B4-BE49-F238E27FC236}">
                      <a16:creationId xmlns:a16="http://schemas.microsoft.com/office/drawing/2014/main" id="{830A98F7-AE8F-57AF-4A98-D9FDD5E348E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9">
                  <a:extLst>
                    <a:ext uri="{FF2B5EF4-FFF2-40B4-BE49-F238E27FC236}">
                      <a16:creationId xmlns:a16="http://schemas.microsoft.com/office/drawing/2014/main" id="{04E85AAB-DBFC-9EFB-0839-BD3BF907CB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Line 70">
                  <a:extLst>
                    <a:ext uri="{FF2B5EF4-FFF2-40B4-BE49-F238E27FC236}">
                      <a16:creationId xmlns:a16="http://schemas.microsoft.com/office/drawing/2014/main" id="{FB82D752-7675-919F-1F4E-A662D638CA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1" name="Group 20">
                <a:extLst>
                  <a:ext uri="{FF2B5EF4-FFF2-40B4-BE49-F238E27FC236}">
                    <a16:creationId xmlns:a16="http://schemas.microsoft.com/office/drawing/2014/main" id="{2315DAC7-8F1F-7516-6093-EF240456E26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2" name="Freeform 68">
                  <a:extLst>
                    <a:ext uri="{FF2B5EF4-FFF2-40B4-BE49-F238E27FC236}">
                      <a16:creationId xmlns:a16="http://schemas.microsoft.com/office/drawing/2014/main" id="{8784DA3A-66FB-8A56-0830-9C7BAE1BDF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 name="Freeform 69">
                  <a:extLst>
                    <a:ext uri="{FF2B5EF4-FFF2-40B4-BE49-F238E27FC236}">
                      <a16:creationId xmlns:a16="http://schemas.microsoft.com/office/drawing/2014/main" id="{17465245-FA5B-23A6-733F-92E4C7D22BD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5" name="Line 70">
                  <a:extLst>
                    <a:ext uri="{FF2B5EF4-FFF2-40B4-BE49-F238E27FC236}">
                      <a16:creationId xmlns:a16="http://schemas.microsoft.com/office/drawing/2014/main" id="{E5934380-F9D4-5C01-360B-793C27BC6B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grpSp>
        <p:nvGrpSpPr>
          <p:cNvPr id="30" name="Group 29">
            <a:extLst>
              <a:ext uri="{FF2B5EF4-FFF2-40B4-BE49-F238E27FC236}">
                <a16:creationId xmlns:a16="http://schemas.microsoft.com/office/drawing/2014/main" id="{DCD2A0D6-CCC5-0E52-3DEA-FC7EDC9C493E}"/>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1939998" y="49440"/>
            <a:ext cx="2216150" cy="1177924"/>
            <a:chOff x="4987925" y="2840038"/>
            <a:chExt cx="2216150" cy="1177924"/>
          </a:xfrm>
        </p:grpSpPr>
        <p:sp>
          <p:nvSpPr>
            <p:cNvPr id="31" name="Rectangle 30">
              <a:extLst>
                <a:ext uri="{FF2B5EF4-FFF2-40B4-BE49-F238E27FC236}">
                  <a16:creationId xmlns:a16="http://schemas.microsoft.com/office/drawing/2014/main" id="{5952F4BA-7236-1B1C-5216-B9BE515C7C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2" name="Group 31">
              <a:extLst>
                <a:ext uri="{FF2B5EF4-FFF2-40B4-BE49-F238E27FC236}">
                  <a16:creationId xmlns:a16="http://schemas.microsoft.com/office/drawing/2014/main" id="{4555DC04-CCBE-6784-2184-F53E6BB5E1D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33" name="Group 32">
                <a:extLst>
                  <a:ext uri="{FF2B5EF4-FFF2-40B4-BE49-F238E27FC236}">
                    <a16:creationId xmlns:a16="http://schemas.microsoft.com/office/drawing/2014/main" id="{0B9A340D-1663-7DA9-73AE-9B675EF5022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38" name="Freeform 68">
                  <a:extLst>
                    <a:ext uri="{FF2B5EF4-FFF2-40B4-BE49-F238E27FC236}">
                      <a16:creationId xmlns:a16="http://schemas.microsoft.com/office/drawing/2014/main" id="{79252168-D1D9-C3CD-EFC8-41C970A058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69">
                  <a:extLst>
                    <a:ext uri="{FF2B5EF4-FFF2-40B4-BE49-F238E27FC236}">
                      <a16:creationId xmlns:a16="http://schemas.microsoft.com/office/drawing/2014/main" id="{BD3D9A06-E42E-5D13-8785-3C0D11DE16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0" name="Line 70">
                  <a:extLst>
                    <a:ext uri="{FF2B5EF4-FFF2-40B4-BE49-F238E27FC236}">
                      <a16:creationId xmlns:a16="http://schemas.microsoft.com/office/drawing/2014/main" id="{21834AF8-71F0-5841-4EC6-634FD9FE38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4" name="Group 33">
                <a:extLst>
                  <a:ext uri="{FF2B5EF4-FFF2-40B4-BE49-F238E27FC236}">
                    <a16:creationId xmlns:a16="http://schemas.microsoft.com/office/drawing/2014/main" id="{2D1C1DDF-35C6-613D-DA7C-81FC3E0E96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35" name="Freeform 68">
                  <a:extLst>
                    <a:ext uri="{FF2B5EF4-FFF2-40B4-BE49-F238E27FC236}">
                      <a16:creationId xmlns:a16="http://schemas.microsoft.com/office/drawing/2014/main" id="{F63E067E-30E2-CF93-0F3E-7766C716D4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69">
                  <a:extLst>
                    <a:ext uri="{FF2B5EF4-FFF2-40B4-BE49-F238E27FC236}">
                      <a16:creationId xmlns:a16="http://schemas.microsoft.com/office/drawing/2014/main" id="{E1121437-B5EB-87F8-77CC-3B28244521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Line 70">
                  <a:extLst>
                    <a:ext uri="{FF2B5EF4-FFF2-40B4-BE49-F238E27FC236}">
                      <a16:creationId xmlns:a16="http://schemas.microsoft.com/office/drawing/2014/main" id="{0FC3E6C1-F30C-BEBC-7EBD-1D93DCD05B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
        <p:nvSpPr>
          <p:cNvPr id="24" name="Picture Placeholder 23">
            <a:extLst>
              <a:ext uri="{FF2B5EF4-FFF2-40B4-BE49-F238E27FC236}">
                <a16:creationId xmlns:a16="http://schemas.microsoft.com/office/drawing/2014/main" id="{C9D32952-2D0C-4A3E-9354-E014C717894E}"/>
              </a:ext>
            </a:extLst>
          </p:cNvPr>
          <p:cNvSpPr>
            <a:spLocks noGrp="1"/>
          </p:cNvSpPr>
          <p:nvPr>
            <p:ph type="pic" sz="quarter" idx="13" hasCustomPrompt="1"/>
          </p:nvPr>
        </p:nvSpPr>
        <p:spPr>
          <a:xfrm>
            <a:off x="6654800" y="430213"/>
            <a:ext cx="4995863" cy="5997574"/>
          </a:xfrm>
        </p:spPr>
        <p:txBody>
          <a:bodyPr>
            <a:normAutofit/>
          </a:bodyPr>
          <a:lstStyle>
            <a:lvl1pPr marL="0" indent="0" algn="ctr">
              <a:buNone/>
              <a:defRPr sz="1600"/>
            </a:lvl1pPr>
          </a:lstStyle>
          <a:p>
            <a:r>
              <a:rPr lang="en-US" dirty="0"/>
              <a:t>Click to add picture</a:t>
            </a:r>
          </a:p>
        </p:txBody>
      </p:sp>
    </p:spTree>
    <p:extLst>
      <p:ext uri="{BB962C8B-B14F-4D97-AF65-F5344CB8AC3E}">
        <p14:creationId xmlns:p14="http://schemas.microsoft.com/office/powerpoint/2010/main" val="28243890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7D905AD-2C09-A80F-FBF0-4F45A7A148CC}"/>
              </a:ext>
            </a:extLst>
          </p:cNvPr>
          <p:cNvSpPr>
            <a:spLocks noGrp="1"/>
          </p:cNvSpPr>
          <p:nvPr>
            <p:ph type="title" hasCustomPrompt="1"/>
          </p:nvPr>
        </p:nvSpPr>
        <p:spPr>
          <a:xfrm>
            <a:off x="568163" y="400049"/>
            <a:ext cx="8647721" cy="1185045"/>
          </a:xfrm>
        </p:spPr>
        <p:txBody>
          <a:bodyPr lIns="0">
            <a:normAutofit/>
          </a:bodyPr>
          <a:lstStyle>
            <a:lvl1pPr>
              <a:defRPr sz="3600"/>
            </a:lvl1pPr>
          </a:lstStyle>
          <a:p>
            <a:r>
              <a:rPr lang="en-US" dirty="0"/>
              <a:t>Click to add title</a:t>
            </a:r>
          </a:p>
        </p:txBody>
      </p:sp>
      <p:sp>
        <p:nvSpPr>
          <p:cNvPr id="10" name="Content Placeholder 2">
            <a:extLst>
              <a:ext uri="{FF2B5EF4-FFF2-40B4-BE49-F238E27FC236}">
                <a16:creationId xmlns:a16="http://schemas.microsoft.com/office/drawing/2014/main" id="{76F87AC4-493F-1EB8-D127-C21530FA824E}"/>
              </a:ext>
            </a:extLst>
          </p:cNvPr>
          <p:cNvSpPr>
            <a:spLocks noGrp="1"/>
          </p:cNvSpPr>
          <p:nvPr>
            <p:ph idx="10" hasCustomPrompt="1"/>
          </p:nvPr>
        </p:nvSpPr>
        <p:spPr>
          <a:xfrm>
            <a:off x="568163" y="1997132"/>
            <a:ext cx="8652793" cy="4232218"/>
          </a:xfrm>
        </p:spPr>
        <p:txBody>
          <a:bodyPr lIns="0">
            <a:normAutofit/>
          </a:bodyPr>
          <a:lstStyle>
            <a:lvl1pPr marL="285750" indent="-285750">
              <a:lnSpc>
                <a:spcPct val="130000"/>
              </a:lnSpc>
              <a:buFont typeface="Arial" panose="020B0604020202020204" pitchFamily="34" charset="0"/>
              <a:buChar char="•"/>
              <a:defRPr sz="1800"/>
            </a:lvl1pPr>
            <a:lvl2pPr marL="645750" indent="-285750">
              <a:lnSpc>
                <a:spcPct val="130000"/>
              </a:lnSpc>
              <a:buFont typeface="Arial" panose="020B0604020202020204" pitchFamily="34" charset="0"/>
              <a:buChar char="•"/>
              <a:defRPr sz="1800"/>
            </a:lvl2pPr>
            <a:lvl3pPr marL="1005750" indent="-285750">
              <a:lnSpc>
                <a:spcPct val="130000"/>
              </a:lnSpc>
              <a:buFont typeface="Arial" panose="020B0604020202020204" pitchFamily="34" charset="0"/>
              <a:buChar char="•"/>
              <a:defRPr sz="1800"/>
            </a:lvl3pPr>
            <a:lvl4pPr marL="1365750" indent="-285750">
              <a:lnSpc>
                <a:spcPct val="130000"/>
              </a:lnSpc>
              <a:buFont typeface="Arial" panose="020B0604020202020204" pitchFamily="34" charset="0"/>
              <a:buChar char="•"/>
              <a:defRPr sz="1800"/>
            </a:lvl4pPr>
            <a:lvl5pPr marL="1725750" indent="-285750">
              <a:lnSpc>
                <a:spcPct val="130000"/>
              </a:lnSpc>
              <a:buFont typeface="Arial" panose="020B0604020202020204" pitchFamily="34" charset="0"/>
              <a:buChar char="•"/>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id="{CBBE6897-C551-2BCB-F552-C4B761D2C77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50" name="Group 49">
              <a:extLst>
                <a:ext uri="{FF2B5EF4-FFF2-40B4-BE49-F238E27FC236}">
                  <a16:creationId xmlns:a16="http://schemas.microsoft.com/office/drawing/2014/main" id="{C8215B7C-A98D-6F6C-9039-6F2AAEEFDDD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184D4E7B-7775-1603-2C3F-5C26535772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6F97B093-B348-8A25-789A-743A43E9038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732DEA9-6233-9CDE-64C6-744FC6CD6E4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9274C521-E533-D3E5-CE64-E3A3AEC0FE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2C69CF99-91AA-9E24-24AE-5A89748B46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A35D6C12-B227-D277-0499-FA2765DB20A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01FCD87F-4621-47F3-CC5C-A1A8F67332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CA7C3364-8305-C08F-4132-18DA2D39BF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18093390-6F0E-5ED5-5DAF-40FF11548946}"/>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52" name="Group 51">
                <a:extLst>
                  <a:ext uri="{FF2B5EF4-FFF2-40B4-BE49-F238E27FC236}">
                    <a16:creationId xmlns:a16="http://schemas.microsoft.com/office/drawing/2014/main" id="{CEAA9FA7-0165-F161-72DC-F2E001FCF3A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9F185D91-004D-5474-3DD0-9153A2AEA2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D995CD54-9374-D2B3-957D-6925B750A6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EDCD4830-6A47-A59E-6569-B352E6D6617F}"/>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cxnSp>
        <p:nvCxnSpPr>
          <p:cNvPr id="89" name="Straight Connector 88">
            <a:extLst>
              <a:ext uri="{FF2B5EF4-FFF2-40B4-BE49-F238E27FC236}">
                <a16:creationId xmlns:a16="http://schemas.microsoft.com/office/drawing/2014/main" id="{000E8D63-E827-790A-519A-B36BFBDEB4B5}"/>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3"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33" name="Group 132">
            <a:extLst>
              <a:ext uri="{FF2B5EF4-FFF2-40B4-BE49-F238E27FC236}">
                <a16:creationId xmlns:a16="http://schemas.microsoft.com/office/drawing/2014/main" id="{A908D1ED-4589-9577-8D42-858F2E0054C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34" name="Group 133">
              <a:extLst>
                <a:ext uri="{FF2B5EF4-FFF2-40B4-BE49-F238E27FC236}">
                  <a16:creationId xmlns:a16="http://schemas.microsoft.com/office/drawing/2014/main" id="{2657C24A-988F-290D-0D82-858C3E574A3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40" name="Group 139">
                <a:extLst>
                  <a:ext uri="{FF2B5EF4-FFF2-40B4-BE49-F238E27FC236}">
                    <a16:creationId xmlns:a16="http://schemas.microsoft.com/office/drawing/2014/main" id="{3AB3F4C6-5635-3075-CCEA-4675932DD4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44" name="Straight Connector 143">
                  <a:extLst>
                    <a:ext uri="{FF2B5EF4-FFF2-40B4-BE49-F238E27FC236}">
                      <a16:creationId xmlns:a16="http://schemas.microsoft.com/office/drawing/2014/main" id="{02F5D12D-62A1-0F12-12B0-572BA5657EF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E47EADA3-585F-FC49-7481-AF5B4DA0939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6" name="Rectangle 30">
                  <a:extLst>
                    <a:ext uri="{FF2B5EF4-FFF2-40B4-BE49-F238E27FC236}">
                      <a16:creationId xmlns:a16="http://schemas.microsoft.com/office/drawing/2014/main" id="{DFB52899-BBD4-527C-5990-88BF84565D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ectangle 30">
                  <a:extLst>
                    <a:ext uri="{FF2B5EF4-FFF2-40B4-BE49-F238E27FC236}">
                      <a16:creationId xmlns:a16="http://schemas.microsoft.com/office/drawing/2014/main" id="{653A3527-A6E3-89A6-71ED-9A7D8EBA4C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1" name="Group 140">
                <a:extLst>
                  <a:ext uri="{FF2B5EF4-FFF2-40B4-BE49-F238E27FC236}">
                    <a16:creationId xmlns:a16="http://schemas.microsoft.com/office/drawing/2014/main" id="{CD03B7A9-CD70-40B9-650E-43C78D4F16F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42" name="Freeform: Shape 141">
                  <a:extLst>
                    <a:ext uri="{FF2B5EF4-FFF2-40B4-BE49-F238E27FC236}">
                      <a16:creationId xmlns:a16="http://schemas.microsoft.com/office/drawing/2014/main" id="{451CBB11-40F3-F130-BA91-6311C58CB1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43" name="Freeform: Shape 142">
                  <a:extLst>
                    <a:ext uri="{FF2B5EF4-FFF2-40B4-BE49-F238E27FC236}">
                      <a16:creationId xmlns:a16="http://schemas.microsoft.com/office/drawing/2014/main" id="{2CCB9535-280C-59F1-2408-AFAD8D1BE2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5" name="Group 134">
              <a:extLst>
                <a:ext uri="{FF2B5EF4-FFF2-40B4-BE49-F238E27FC236}">
                  <a16:creationId xmlns:a16="http://schemas.microsoft.com/office/drawing/2014/main" id="{44493786-0B0A-24D5-26A9-8E820E6AB8F3}"/>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36" name="Group 135">
                <a:extLst>
                  <a:ext uri="{FF2B5EF4-FFF2-40B4-BE49-F238E27FC236}">
                    <a16:creationId xmlns:a16="http://schemas.microsoft.com/office/drawing/2014/main" id="{F66FA07F-4726-2875-B812-6BCC5ABCC25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8" name="Freeform 68">
                  <a:extLst>
                    <a:ext uri="{FF2B5EF4-FFF2-40B4-BE49-F238E27FC236}">
                      <a16:creationId xmlns:a16="http://schemas.microsoft.com/office/drawing/2014/main" id="{A3457F2F-D92C-2F19-7ECB-5110F6A2BB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9" name="Freeform 69">
                  <a:extLst>
                    <a:ext uri="{FF2B5EF4-FFF2-40B4-BE49-F238E27FC236}">
                      <a16:creationId xmlns:a16="http://schemas.microsoft.com/office/drawing/2014/main" id="{6ABA0333-6EC3-6BEF-E476-C0072364AA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37" name="Line 70">
                <a:extLst>
                  <a:ext uri="{FF2B5EF4-FFF2-40B4-BE49-F238E27FC236}">
                    <a16:creationId xmlns:a16="http://schemas.microsoft.com/office/drawing/2014/main" id="{D9E689F1-3CC0-2CE6-27B1-34AA1949B9CB}"/>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6" name="Date Placeholder 3">
            <a:extLst>
              <a:ext uri="{FF2B5EF4-FFF2-40B4-BE49-F238E27FC236}">
                <a16:creationId xmlns:a16="http://schemas.microsoft.com/office/drawing/2014/main" id="{6811096D-7051-CD8E-3C9B-63077216B6FE}"/>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7" name="Footer Placeholder 6">
            <a:extLst>
              <a:ext uri="{FF2B5EF4-FFF2-40B4-BE49-F238E27FC236}">
                <a16:creationId xmlns:a16="http://schemas.microsoft.com/office/drawing/2014/main" id="{83375748-D6D7-A497-C19F-581BC093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31AC1AD6-D101-6CA6-45FC-DC48C0F32DC9}"/>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78445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2968408" y="1187450"/>
            <a:ext cx="6255903" cy="2996901"/>
          </a:xfrm>
        </p:spPr>
        <p:txBody>
          <a:bodyPr>
            <a:noAutofit/>
          </a:bodyPr>
          <a:lstStyle>
            <a:lvl1pPr algn="ctr">
              <a:defRPr sz="4800"/>
            </a:lvl1pPr>
          </a:lstStyle>
          <a:p>
            <a:r>
              <a:rPr lang="en-US" dirty="0"/>
              <a:t>Click to add title</a:t>
            </a:r>
          </a:p>
        </p:txBody>
      </p:sp>
      <p:sp>
        <p:nvSpPr>
          <p:cNvPr id="9" name="Content Placeholder 8">
            <a:extLst>
              <a:ext uri="{FF2B5EF4-FFF2-40B4-BE49-F238E27FC236}">
                <a16:creationId xmlns:a16="http://schemas.microsoft.com/office/drawing/2014/main" id="{1C6B76DB-2767-87C4-10EE-4BBBF2841129}"/>
              </a:ext>
            </a:extLst>
          </p:cNvPr>
          <p:cNvSpPr>
            <a:spLocks noGrp="1"/>
          </p:cNvSpPr>
          <p:nvPr>
            <p:ph sz="quarter" idx="10" hasCustomPrompt="1"/>
          </p:nvPr>
        </p:nvSpPr>
        <p:spPr>
          <a:xfrm>
            <a:off x="2286000" y="4557712"/>
            <a:ext cx="7659688" cy="1639275"/>
          </a:xfrm>
        </p:spPr>
        <p:txBody>
          <a:bodyPr/>
          <a:lstStyle>
            <a:lvl1pPr marL="0" indent="0" algn="ctr" defTabSz="914400" rtl="0" eaLnBrk="1" latinLnBrk="0" hangingPunct="1">
              <a:lnSpc>
                <a:spcPct val="130000"/>
              </a:lnSpc>
              <a:spcBef>
                <a:spcPts val="1000"/>
              </a:spcBef>
              <a:buClr>
                <a:schemeClr val="accent3"/>
              </a:buClr>
              <a:buFont typeface="Arial" panose="020B0604020202020204" pitchFamily="34" charset="0"/>
              <a:buNone/>
              <a:defRPr lang="en-US" sz="1800" kern="1200" cap="all" spc="300" dirty="0" smtClean="0">
                <a:solidFill>
                  <a:schemeClr val="tx1">
                    <a:alpha val="60000"/>
                  </a:schemeClr>
                </a:solidFill>
                <a:latin typeface="+mn-lt"/>
                <a:ea typeface="+mn-ea"/>
                <a:cs typeface="+mn-cs"/>
              </a:defRPr>
            </a:lvl1pPr>
            <a:lvl2pPr marL="360000" indent="0" algn="ctr">
              <a:buFont typeface="Arial" panose="020B0604020202020204" pitchFamily="34" charset="0"/>
              <a:buNone/>
              <a:defRPr/>
            </a:lvl2pPr>
          </a:lstStyle>
          <a:p>
            <a:pPr lvl="0"/>
            <a:r>
              <a:rPr lang="en-US" dirty="0"/>
              <a:t>Click to add text</a:t>
            </a:r>
          </a:p>
          <a:p>
            <a:pPr lvl="1"/>
            <a:endParaRPr lang="en-US" dirty="0"/>
          </a:p>
        </p:txBody>
      </p:sp>
      <p:grpSp>
        <p:nvGrpSpPr>
          <p:cNvPr id="3" name="Group 2">
            <a:extLst>
              <a:ext uri="{FF2B5EF4-FFF2-40B4-BE49-F238E27FC236}">
                <a16:creationId xmlns:a16="http://schemas.microsoft.com/office/drawing/2014/main" id="{99F4A9DA-0E0F-BB15-37FE-7C47230AF41A}"/>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4" name="Group 3">
              <a:extLst>
                <a:ext uri="{FF2B5EF4-FFF2-40B4-BE49-F238E27FC236}">
                  <a16:creationId xmlns:a16="http://schemas.microsoft.com/office/drawing/2014/main" id="{A6D7EE9A-A325-1078-BB60-9FC75CAEB6E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38" name="Freeform 64">
                <a:extLst>
                  <a:ext uri="{FF2B5EF4-FFF2-40B4-BE49-F238E27FC236}">
                    <a16:creationId xmlns:a16="http://schemas.microsoft.com/office/drawing/2014/main" id="{E3B36E34-9750-EC15-036F-4B675C295AB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1">
                <a:extLst>
                  <a:ext uri="{FF2B5EF4-FFF2-40B4-BE49-F238E27FC236}">
                    <a16:creationId xmlns:a16="http://schemas.microsoft.com/office/drawing/2014/main" id="{06586384-27A4-246C-E62A-33558F884F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0" name="Freeform 61">
                <a:extLst>
                  <a:ext uri="{FF2B5EF4-FFF2-40B4-BE49-F238E27FC236}">
                    <a16:creationId xmlns:a16="http://schemas.microsoft.com/office/drawing/2014/main" id="{5AA0A056-987B-0766-D8E8-C8D89A7EC7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1" name="Freeform 78">
                <a:extLst>
                  <a:ext uri="{FF2B5EF4-FFF2-40B4-BE49-F238E27FC236}">
                    <a16:creationId xmlns:a16="http://schemas.microsoft.com/office/drawing/2014/main" id="{B8359D64-1AAE-C3D6-1AEB-701A902686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2" name="Freeform 84">
                <a:extLst>
                  <a:ext uri="{FF2B5EF4-FFF2-40B4-BE49-F238E27FC236}">
                    <a16:creationId xmlns:a16="http://schemas.microsoft.com/office/drawing/2014/main" id="{40C577F2-9B8C-9987-0FDA-0B46E995AE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3" name="Freeform 87">
                <a:extLst>
                  <a:ext uri="{FF2B5EF4-FFF2-40B4-BE49-F238E27FC236}">
                    <a16:creationId xmlns:a16="http://schemas.microsoft.com/office/drawing/2014/main" id="{E4A8A441-14F2-1181-7C03-9AF4D75DE0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4" name="Freeform 60">
                <a:extLst>
                  <a:ext uri="{FF2B5EF4-FFF2-40B4-BE49-F238E27FC236}">
                    <a16:creationId xmlns:a16="http://schemas.microsoft.com/office/drawing/2014/main" id="{3A0F5B06-DAD1-414A-4045-AC177880096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5" name="Freeform 59">
                <a:extLst>
                  <a:ext uri="{FF2B5EF4-FFF2-40B4-BE49-F238E27FC236}">
                    <a16:creationId xmlns:a16="http://schemas.microsoft.com/office/drawing/2014/main" id="{6EAB1EB7-4688-82CC-051F-DB66DE38B8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6" name="Freeform 62">
                <a:extLst>
                  <a:ext uri="{FF2B5EF4-FFF2-40B4-BE49-F238E27FC236}">
                    <a16:creationId xmlns:a16="http://schemas.microsoft.com/office/drawing/2014/main" id="{A9AB2401-8BD6-D082-7D34-198A6545D1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7" name="Freeform 65">
                <a:extLst>
                  <a:ext uri="{FF2B5EF4-FFF2-40B4-BE49-F238E27FC236}">
                    <a16:creationId xmlns:a16="http://schemas.microsoft.com/office/drawing/2014/main" id="{3A90FDBC-4B7A-EDE5-0D04-338D0D4465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79">
                <a:extLst>
                  <a:ext uri="{FF2B5EF4-FFF2-40B4-BE49-F238E27FC236}">
                    <a16:creationId xmlns:a16="http://schemas.microsoft.com/office/drawing/2014/main" id="{A8D3C6B9-6FD6-25DA-E318-38517D172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9" name="Freeform 82">
                <a:extLst>
                  <a:ext uri="{FF2B5EF4-FFF2-40B4-BE49-F238E27FC236}">
                    <a16:creationId xmlns:a16="http://schemas.microsoft.com/office/drawing/2014/main" id="{7B45605F-50DD-B936-79D0-4D5D3DCCF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0" name="Freeform 85">
                <a:extLst>
                  <a:ext uri="{FF2B5EF4-FFF2-40B4-BE49-F238E27FC236}">
                    <a16:creationId xmlns:a16="http://schemas.microsoft.com/office/drawing/2014/main" id="{AA2CCC3A-D444-734A-6925-577856500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88">
                <a:extLst>
                  <a:ext uri="{FF2B5EF4-FFF2-40B4-BE49-F238E27FC236}">
                    <a16:creationId xmlns:a16="http://schemas.microsoft.com/office/drawing/2014/main" id="{A2BD9A0D-1346-B3F5-7383-79EB805ABD5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2" name="Group 51">
                <a:extLst>
                  <a:ext uri="{FF2B5EF4-FFF2-40B4-BE49-F238E27FC236}">
                    <a16:creationId xmlns:a16="http://schemas.microsoft.com/office/drawing/2014/main" id="{16EB22E5-C3DE-A015-B732-9C99977BB7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3" name="Line 63">
                  <a:extLst>
                    <a:ext uri="{FF2B5EF4-FFF2-40B4-BE49-F238E27FC236}">
                      <a16:creationId xmlns:a16="http://schemas.microsoft.com/office/drawing/2014/main" id="{93CF15FE-A466-3FBE-1E87-307BF004FC3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 name="Line 66">
                  <a:extLst>
                    <a:ext uri="{FF2B5EF4-FFF2-40B4-BE49-F238E27FC236}">
                      <a16:creationId xmlns:a16="http://schemas.microsoft.com/office/drawing/2014/main" id="{3C84471E-53D8-C7CA-359C-EA3D084335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 name="Line 67">
                  <a:extLst>
                    <a:ext uri="{FF2B5EF4-FFF2-40B4-BE49-F238E27FC236}">
                      <a16:creationId xmlns:a16="http://schemas.microsoft.com/office/drawing/2014/main" id="{BC3DC9EB-7ADF-8A40-A0B1-806A49FDD1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 name="Line 80">
                  <a:extLst>
                    <a:ext uri="{FF2B5EF4-FFF2-40B4-BE49-F238E27FC236}">
                      <a16:creationId xmlns:a16="http://schemas.microsoft.com/office/drawing/2014/main" id="{A9814A17-E78A-F4E9-E11C-91D474D977B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Line 83">
                  <a:extLst>
                    <a:ext uri="{FF2B5EF4-FFF2-40B4-BE49-F238E27FC236}">
                      <a16:creationId xmlns:a16="http://schemas.microsoft.com/office/drawing/2014/main" id="{317CBEE3-C973-721D-F6E1-B01AB38460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 name="Line 86">
                  <a:extLst>
                    <a:ext uri="{FF2B5EF4-FFF2-40B4-BE49-F238E27FC236}">
                      <a16:creationId xmlns:a16="http://schemas.microsoft.com/office/drawing/2014/main" id="{B94FEC87-B417-D6A3-C64B-28FBFF77E6B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 name="Line 89">
                  <a:extLst>
                    <a:ext uri="{FF2B5EF4-FFF2-40B4-BE49-F238E27FC236}">
                      <a16:creationId xmlns:a16="http://schemas.microsoft.com/office/drawing/2014/main" id="{E06EF271-57E5-EEF4-D040-2024C9C5E2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 name="Group 4">
              <a:extLst>
                <a:ext uri="{FF2B5EF4-FFF2-40B4-BE49-F238E27FC236}">
                  <a16:creationId xmlns:a16="http://schemas.microsoft.com/office/drawing/2014/main" id="{8B6F3B2D-71C3-22D2-3FE7-AEB56473B0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30" name="Group 29">
                <a:extLst>
                  <a:ext uri="{FF2B5EF4-FFF2-40B4-BE49-F238E27FC236}">
                    <a16:creationId xmlns:a16="http://schemas.microsoft.com/office/drawing/2014/main" id="{97575CCE-8AB7-7F62-6647-54A79E708F6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17ABC5D-B6B9-F1AF-A5E6-4E86BF39735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90BB42-FD51-C2C9-345D-87DED4AC79F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385D3C2A-6509-6882-27B6-96C87422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0">
                  <a:extLst>
                    <a:ext uri="{FF2B5EF4-FFF2-40B4-BE49-F238E27FC236}">
                      <a16:creationId xmlns:a16="http://schemas.microsoft.com/office/drawing/2014/main" id="{4BF0830E-092E-8582-FD37-25EBB95D93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C380A303-EA12-90C6-733E-C85628E6E95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31">
                  <a:extLst>
                    <a:ext uri="{FF2B5EF4-FFF2-40B4-BE49-F238E27FC236}">
                      <a16:creationId xmlns:a16="http://schemas.microsoft.com/office/drawing/2014/main" id="{641257D7-35B4-17E4-164F-621D979A03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33" name="Freeform: Shape 32">
                  <a:extLst>
                    <a:ext uri="{FF2B5EF4-FFF2-40B4-BE49-F238E27FC236}">
                      <a16:creationId xmlns:a16="http://schemas.microsoft.com/office/drawing/2014/main" id="{6F3910AB-8CA8-F456-4738-9F48854BD06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7" name="Group 16">
              <a:extLst>
                <a:ext uri="{FF2B5EF4-FFF2-40B4-BE49-F238E27FC236}">
                  <a16:creationId xmlns:a16="http://schemas.microsoft.com/office/drawing/2014/main" id="{B586CB42-F5B6-83EC-94BC-143860A116A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9" name="Group 18">
                <a:extLst>
                  <a:ext uri="{FF2B5EF4-FFF2-40B4-BE49-F238E27FC236}">
                    <a16:creationId xmlns:a16="http://schemas.microsoft.com/office/drawing/2014/main" id="{635060AB-ED2F-208F-81B5-BEB45F802FA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27" name="Freeform 68">
                  <a:extLst>
                    <a:ext uri="{FF2B5EF4-FFF2-40B4-BE49-F238E27FC236}">
                      <a16:creationId xmlns:a16="http://schemas.microsoft.com/office/drawing/2014/main" id="{6E687AEB-A199-BAD0-2E9A-3ACBFE2841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9">
                  <a:extLst>
                    <a:ext uri="{FF2B5EF4-FFF2-40B4-BE49-F238E27FC236}">
                      <a16:creationId xmlns:a16="http://schemas.microsoft.com/office/drawing/2014/main" id="{DAFE85D5-581E-A320-6774-95E0233C56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Line 70">
                  <a:extLst>
                    <a:ext uri="{FF2B5EF4-FFF2-40B4-BE49-F238E27FC236}">
                      <a16:creationId xmlns:a16="http://schemas.microsoft.com/office/drawing/2014/main" id="{7270347A-DB8B-CFEA-D5B1-DBC3659BBE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1" name="Group 20">
                <a:extLst>
                  <a:ext uri="{FF2B5EF4-FFF2-40B4-BE49-F238E27FC236}">
                    <a16:creationId xmlns:a16="http://schemas.microsoft.com/office/drawing/2014/main" id="{21965131-3F3E-E213-B710-81D71722A97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2" name="Freeform 68">
                  <a:extLst>
                    <a:ext uri="{FF2B5EF4-FFF2-40B4-BE49-F238E27FC236}">
                      <a16:creationId xmlns:a16="http://schemas.microsoft.com/office/drawing/2014/main" id="{A3D07104-0A30-F679-34AF-C21FD6FACE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 name="Freeform 69">
                  <a:extLst>
                    <a:ext uri="{FF2B5EF4-FFF2-40B4-BE49-F238E27FC236}">
                      <a16:creationId xmlns:a16="http://schemas.microsoft.com/office/drawing/2014/main" id="{B13E5798-2DCB-9131-C54F-6F0D08D86F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5" name="Line 70">
                  <a:extLst>
                    <a:ext uri="{FF2B5EF4-FFF2-40B4-BE49-F238E27FC236}">
                      <a16:creationId xmlns:a16="http://schemas.microsoft.com/office/drawing/2014/main" id="{2F125324-9871-5BDF-13D3-6E4113AFD0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grpSp>
        <p:nvGrpSpPr>
          <p:cNvPr id="60" name="Group 59">
            <a:extLst>
              <a:ext uri="{FF2B5EF4-FFF2-40B4-BE49-F238E27FC236}">
                <a16:creationId xmlns:a16="http://schemas.microsoft.com/office/drawing/2014/main" id="{BE0CCD1F-2B54-D361-E053-5FF87DD59BCE}"/>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61" name="Group 60">
              <a:extLst>
                <a:ext uri="{FF2B5EF4-FFF2-40B4-BE49-F238E27FC236}">
                  <a16:creationId xmlns:a16="http://schemas.microsoft.com/office/drawing/2014/main" id="{B3F3EEBC-EBC4-0038-38A9-A494FED7A6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80" name="Freeform 64">
                <a:extLst>
                  <a:ext uri="{FF2B5EF4-FFF2-40B4-BE49-F238E27FC236}">
                    <a16:creationId xmlns:a16="http://schemas.microsoft.com/office/drawing/2014/main" id="{581DA3CF-C0A0-8E1A-B2CA-B465ACA6C8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1" name="Freeform 81">
                <a:extLst>
                  <a:ext uri="{FF2B5EF4-FFF2-40B4-BE49-F238E27FC236}">
                    <a16:creationId xmlns:a16="http://schemas.microsoft.com/office/drawing/2014/main" id="{DB32943F-D66E-F068-1ECE-FF375616F2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2" name="Freeform 61">
                <a:extLst>
                  <a:ext uri="{FF2B5EF4-FFF2-40B4-BE49-F238E27FC236}">
                    <a16:creationId xmlns:a16="http://schemas.microsoft.com/office/drawing/2014/main" id="{3B13BE8F-A9CD-C462-43E9-D182FCF05E2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3" name="Freeform 78">
                <a:extLst>
                  <a:ext uri="{FF2B5EF4-FFF2-40B4-BE49-F238E27FC236}">
                    <a16:creationId xmlns:a16="http://schemas.microsoft.com/office/drawing/2014/main" id="{F75852E9-400B-CA0A-4A1A-0B754AE00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4" name="Freeform 84">
                <a:extLst>
                  <a:ext uri="{FF2B5EF4-FFF2-40B4-BE49-F238E27FC236}">
                    <a16:creationId xmlns:a16="http://schemas.microsoft.com/office/drawing/2014/main" id="{1D8ECB49-B6E6-DA8C-61EE-CB6BB20FF4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5" name="Freeform 87">
                <a:extLst>
                  <a:ext uri="{FF2B5EF4-FFF2-40B4-BE49-F238E27FC236}">
                    <a16:creationId xmlns:a16="http://schemas.microsoft.com/office/drawing/2014/main" id="{53A3DB70-240A-ADEB-E7B2-84B3837F44D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6" name="Freeform 60">
                <a:extLst>
                  <a:ext uri="{FF2B5EF4-FFF2-40B4-BE49-F238E27FC236}">
                    <a16:creationId xmlns:a16="http://schemas.microsoft.com/office/drawing/2014/main" id="{9B713D37-E240-145B-9C3E-F8D262CF7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59">
                <a:extLst>
                  <a:ext uri="{FF2B5EF4-FFF2-40B4-BE49-F238E27FC236}">
                    <a16:creationId xmlns:a16="http://schemas.microsoft.com/office/drawing/2014/main" id="{17B81BF5-2C3A-46BE-E721-022FD3C1F46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Freeform 62">
                <a:extLst>
                  <a:ext uri="{FF2B5EF4-FFF2-40B4-BE49-F238E27FC236}">
                    <a16:creationId xmlns:a16="http://schemas.microsoft.com/office/drawing/2014/main" id="{2885C111-E5DD-8443-FE17-0569B46EC8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9" name="Freeform 65">
                <a:extLst>
                  <a:ext uri="{FF2B5EF4-FFF2-40B4-BE49-F238E27FC236}">
                    <a16:creationId xmlns:a16="http://schemas.microsoft.com/office/drawing/2014/main" id="{029DD684-1B88-2889-DA3A-5870D67614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0" name="Freeform 79">
                <a:extLst>
                  <a:ext uri="{FF2B5EF4-FFF2-40B4-BE49-F238E27FC236}">
                    <a16:creationId xmlns:a16="http://schemas.microsoft.com/office/drawing/2014/main" id="{3C566D20-0174-75CC-D855-AB274699D8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1" name="Freeform 82">
                <a:extLst>
                  <a:ext uri="{FF2B5EF4-FFF2-40B4-BE49-F238E27FC236}">
                    <a16:creationId xmlns:a16="http://schemas.microsoft.com/office/drawing/2014/main" id="{36A8E32A-151B-A3D3-49DE-6008D6C45F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2" name="Freeform 85">
                <a:extLst>
                  <a:ext uri="{FF2B5EF4-FFF2-40B4-BE49-F238E27FC236}">
                    <a16:creationId xmlns:a16="http://schemas.microsoft.com/office/drawing/2014/main" id="{76E7A491-283C-6A17-EB8C-B02383E9A2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3" name="Freeform 88">
                <a:extLst>
                  <a:ext uri="{FF2B5EF4-FFF2-40B4-BE49-F238E27FC236}">
                    <a16:creationId xmlns:a16="http://schemas.microsoft.com/office/drawing/2014/main" id="{E91E0A05-94DE-D7F7-3A60-DEA330713B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94" name="Group 93">
                <a:extLst>
                  <a:ext uri="{FF2B5EF4-FFF2-40B4-BE49-F238E27FC236}">
                    <a16:creationId xmlns:a16="http://schemas.microsoft.com/office/drawing/2014/main" id="{FF3DE174-682A-6361-8639-CDA2D81AA0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95" name="Line 63">
                  <a:extLst>
                    <a:ext uri="{FF2B5EF4-FFF2-40B4-BE49-F238E27FC236}">
                      <a16:creationId xmlns:a16="http://schemas.microsoft.com/office/drawing/2014/main" id="{2234DE9F-CB30-6186-5B72-493836DF141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6" name="Line 66">
                  <a:extLst>
                    <a:ext uri="{FF2B5EF4-FFF2-40B4-BE49-F238E27FC236}">
                      <a16:creationId xmlns:a16="http://schemas.microsoft.com/office/drawing/2014/main" id="{DAF283E5-22FA-93DD-FB58-AA9A0424C9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7" name="Line 67">
                  <a:extLst>
                    <a:ext uri="{FF2B5EF4-FFF2-40B4-BE49-F238E27FC236}">
                      <a16:creationId xmlns:a16="http://schemas.microsoft.com/office/drawing/2014/main" id="{CE496269-4163-B3BB-A9E1-56F00C65A0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8" name="Line 80">
                  <a:extLst>
                    <a:ext uri="{FF2B5EF4-FFF2-40B4-BE49-F238E27FC236}">
                      <a16:creationId xmlns:a16="http://schemas.microsoft.com/office/drawing/2014/main" id="{90179A3F-210B-6566-A4A2-F50DAB4E89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9" name="Line 83">
                  <a:extLst>
                    <a:ext uri="{FF2B5EF4-FFF2-40B4-BE49-F238E27FC236}">
                      <a16:creationId xmlns:a16="http://schemas.microsoft.com/office/drawing/2014/main" id="{772AEF66-4E36-6C46-BEE9-2E18CDC2AE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0" name="Line 86">
                  <a:extLst>
                    <a:ext uri="{FF2B5EF4-FFF2-40B4-BE49-F238E27FC236}">
                      <a16:creationId xmlns:a16="http://schemas.microsoft.com/office/drawing/2014/main" id="{258703F6-E13A-5C69-B4D3-DE791D24F1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1" name="Line 89">
                  <a:extLst>
                    <a:ext uri="{FF2B5EF4-FFF2-40B4-BE49-F238E27FC236}">
                      <a16:creationId xmlns:a16="http://schemas.microsoft.com/office/drawing/2014/main" id="{EEC221A3-F3A0-F165-B37C-BF65A34237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62" name="Group 61">
              <a:extLst>
                <a:ext uri="{FF2B5EF4-FFF2-40B4-BE49-F238E27FC236}">
                  <a16:creationId xmlns:a16="http://schemas.microsoft.com/office/drawing/2014/main" id="{E1BE042E-E49B-4A5F-357E-8DB2C56DDBD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72" name="Group 71">
                <a:extLst>
                  <a:ext uri="{FF2B5EF4-FFF2-40B4-BE49-F238E27FC236}">
                    <a16:creationId xmlns:a16="http://schemas.microsoft.com/office/drawing/2014/main" id="{C166BC29-F4E6-A651-BD21-70A8B85B4D3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76" name="Straight Connector 75">
                  <a:extLst>
                    <a:ext uri="{FF2B5EF4-FFF2-40B4-BE49-F238E27FC236}">
                      <a16:creationId xmlns:a16="http://schemas.microsoft.com/office/drawing/2014/main" id="{6002A7A7-B4BB-9C4C-3948-E72F7F44D1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F73A36C-4216-A151-D845-77BCCDC9E71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8" name="Rectangle 30">
                  <a:extLst>
                    <a:ext uri="{FF2B5EF4-FFF2-40B4-BE49-F238E27FC236}">
                      <a16:creationId xmlns:a16="http://schemas.microsoft.com/office/drawing/2014/main" id="{5BBF4110-E046-056F-4D58-8896610108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30">
                  <a:extLst>
                    <a:ext uri="{FF2B5EF4-FFF2-40B4-BE49-F238E27FC236}">
                      <a16:creationId xmlns:a16="http://schemas.microsoft.com/office/drawing/2014/main" id="{809EE42A-5648-154F-432A-D9F3570862D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3" name="Group 72">
                <a:extLst>
                  <a:ext uri="{FF2B5EF4-FFF2-40B4-BE49-F238E27FC236}">
                    <a16:creationId xmlns:a16="http://schemas.microsoft.com/office/drawing/2014/main" id="{A783DC31-F0EF-CF42-ED90-75B1ABD16C4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74" name="Freeform: Shape 73">
                  <a:extLst>
                    <a:ext uri="{FF2B5EF4-FFF2-40B4-BE49-F238E27FC236}">
                      <a16:creationId xmlns:a16="http://schemas.microsoft.com/office/drawing/2014/main" id="{798C938D-4846-6187-1846-8DF73B4DD1D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75" name="Freeform: Shape 74">
                  <a:extLst>
                    <a:ext uri="{FF2B5EF4-FFF2-40B4-BE49-F238E27FC236}">
                      <a16:creationId xmlns:a16="http://schemas.microsoft.com/office/drawing/2014/main" id="{E52F3A13-6583-B19D-8326-EDCA4E9994D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63" name="Group 62">
              <a:extLst>
                <a:ext uri="{FF2B5EF4-FFF2-40B4-BE49-F238E27FC236}">
                  <a16:creationId xmlns:a16="http://schemas.microsoft.com/office/drawing/2014/main" id="{0AC02D64-2157-DCA3-9D5E-57703AAB781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64" name="Group 63">
                <a:extLst>
                  <a:ext uri="{FF2B5EF4-FFF2-40B4-BE49-F238E27FC236}">
                    <a16:creationId xmlns:a16="http://schemas.microsoft.com/office/drawing/2014/main" id="{7EDD009B-AFCE-7C90-EDC0-4823F23EA1A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69" name="Freeform 68">
                  <a:extLst>
                    <a:ext uri="{FF2B5EF4-FFF2-40B4-BE49-F238E27FC236}">
                      <a16:creationId xmlns:a16="http://schemas.microsoft.com/office/drawing/2014/main" id="{8DCD1D20-6F7B-2005-233C-448F727696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9">
                  <a:extLst>
                    <a:ext uri="{FF2B5EF4-FFF2-40B4-BE49-F238E27FC236}">
                      <a16:creationId xmlns:a16="http://schemas.microsoft.com/office/drawing/2014/main" id="{C701A3C9-3B53-4238-2638-1B8BA0EC5F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Line 70">
                  <a:extLst>
                    <a:ext uri="{FF2B5EF4-FFF2-40B4-BE49-F238E27FC236}">
                      <a16:creationId xmlns:a16="http://schemas.microsoft.com/office/drawing/2014/main" id="{36AC7693-785F-3C83-9A64-E6039FA0E0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5" name="Group 64">
                <a:extLst>
                  <a:ext uri="{FF2B5EF4-FFF2-40B4-BE49-F238E27FC236}">
                    <a16:creationId xmlns:a16="http://schemas.microsoft.com/office/drawing/2014/main" id="{CF359D63-C81D-206A-44F3-F1273C0708F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66" name="Freeform 68">
                  <a:extLst>
                    <a:ext uri="{FF2B5EF4-FFF2-40B4-BE49-F238E27FC236}">
                      <a16:creationId xmlns:a16="http://schemas.microsoft.com/office/drawing/2014/main" id="{220AC73E-818C-B36C-CBD0-B0B5802981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69">
                  <a:extLst>
                    <a:ext uri="{FF2B5EF4-FFF2-40B4-BE49-F238E27FC236}">
                      <a16:creationId xmlns:a16="http://schemas.microsoft.com/office/drawing/2014/main" id="{E5255418-4DCC-DA3A-8A94-1E4253DD4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Line 70">
                  <a:extLst>
                    <a:ext uri="{FF2B5EF4-FFF2-40B4-BE49-F238E27FC236}">
                      <a16:creationId xmlns:a16="http://schemas.microsoft.com/office/drawing/2014/main" id="{81D8F951-4C97-BFA4-4434-DCEC72D59E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cxnSp>
        <p:nvCxnSpPr>
          <p:cNvPr id="107" name="Straight Connector 106">
            <a:extLst>
              <a:ext uri="{FF2B5EF4-FFF2-40B4-BE49-F238E27FC236}">
                <a16:creationId xmlns:a16="http://schemas.microsoft.com/office/drawing/2014/main" id="{3784D93E-84DF-A671-0102-F4445B9DB2A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43775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3031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6F8AB8B9-9DB5-3592-13B2-C6EAC9964CDC}"/>
              </a:ext>
            </a:extLst>
          </p:cNvPr>
          <p:cNvSpPr>
            <a:spLocks noGrp="1"/>
          </p:cNvSpPr>
          <p:nvPr>
            <p:ph type="title" hasCustomPrompt="1"/>
          </p:nvPr>
        </p:nvSpPr>
        <p:spPr>
          <a:xfrm>
            <a:off x="568164" y="400049"/>
            <a:ext cx="11104724" cy="1185045"/>
          </a:xfrm>
        </p:spPr>
        <p:txBody>
          <a:bodyPr lIns="0">
            <a:normAutofit/>
          </a:bodyPr>
          <a:lstStyle>
            <a:lvl1pPr>
              <a:defRPr sz="3600"/>
            </a:lvl1pPr>
          </a:lstStyle>
          <a:p>
            <a:r>
              <a:rPr lang="en-US" dirty="0"/>
              <a:t>Click to add title</a:t>
            </a:r>
          </a:p>
        </p:txBody>
      </p:sp>
      <p:sp>
        <p:nvSpPr>
          <p:cNvPr id="10" name="Content Placeholder 3">
            <a:extLst>
              <a:ext uri="{FF2B5EF4-FFF2-40B4-BE49-F238E27FC236}">
                <a16:creationId xmlns:a16="http://schemas.microsoft.com/office/drawing/2014/main" id="{96B6B9D5-CD1B-A940-279D-F71F01ADB003}"/>
              </a:ext>
            </a:extLst>
          </p:cNvPr>
          <p:cNvSpPr>
            <a:spLocks noGrp="1"/>
          </p:cNvSpPr>
          <p:nvPr>
            <p:ph sz="half" idx="12" hasCustomPrompt="1"/>
          </p:nvPr>
        </p:nvSpPr>
        <p:spPr>
          <a:xfrm>
            <a:off x="568164" y="1997132"/>
            <a:ext cx="5398686" cy="4232218"/>
          </a:xfrm>
        </p:spPr>
        <p:txBody>
          <a:bodyPr lIns="0">
            <a:normAutofit/>
          </a:bodyPr>
          <a:lstStyle>
            <a:lvl1pPr marL="0" indent="0">
              <a:lnSpc>
                <a:spcPct val="130000"/>
              </a:lnSpc>
              <a:spcBef>
                <a:spcPts val="1000"/>
              </a:spcBef>
              <a:buNone/>
              <a:defRPr sz="1800"/>
            </a:lvl1pPr>
            <a:lvl2pPr marL="283464" indent="-283464">
              <a:lnSpc>
                <a:spcPct val="130000"/>
              </a:lnSpc>
              <a:spcBef>
                <a:spcPts val="1000"/>
              </a:spcBef>
              <a:defRPr sz="1800"/>
            </a:lvl2pPr>
            <a:lvl3pPr marL="566928" indent="-283464">
              <a:lnSpc>
                <a:spcPct val="130000"/>
              </a:lnSpc>
              <a:spcBef>
                <a:spcPts val="1000"/>
              </a:spcBef>
              <a:defRPr sz="1800"/>
            </a:lvl3pPr>
            <a:lvl4pPr marL="850392" indent="-283464">
              <a:lnSpc>
                <a:spcPct val="130000"/>
              </a:lnSpc>
              <a:spcBef>
                <a:spcPts val="1000"/>
              </a:spcBef>
              <a:defRPr sz="1800"/>
            </a:lvl4pPr>
            <a:lvl5pPr marL="1371600" indent="-283464">
              <a:lnSpc>
                <a:spcPct val="130000"/>
              </a:lnSpc>
              <a:spcBef>
                <a:spcPts val="1000"/>
              </a:spcBef>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a:extLst>
              <a:ext uri="{FF2B5EF4-FFF2-40B4-BE49-F238E27FC236}">
                <a16:creationId xmlns:a16="http://schemas.microsoft.com/office/drawing/2014/main" id="{3269BDF9-7C8E-6E41-2B0A-E6156A56F0EF}"/>
              </a:ext>
            </a:extLst>
          </p:cNvPr>
          <p:cNvSpPr>
            <a:spLocks noGrp="1"/>
          </p:cNvSpPr>
          <p:nvPr>
            <p:ph sz="half" idx="13" hasCustomPrompt="1"/>
          </p:nvPr>
        </p:nvSpPr>
        <p:spPr>
          <a:xfrm>
            <a:off x="6274202" y="1997132"/>
            <a:ext cx="5398686" cy="4232218"/>
          </a:xfrm>
        </p:spPr>
        <p:txBody>
          <a:bodyPr lIns="0">
            <a:normAutofit/>
          </a:bodyPr>
          <a:lstStyle>
            <a:lvl1pPr marL="0" indent="0">
              <a:lnSpc>
                <a:spcPct val="130000"/>
              </a:lnSpc>
              <a:spcBef>
                <a:spcPts val="1000"/>
              </a:spcBef>
              <a:buNone/>
              <a:defRPr sz="1800"/>
            </a:lvl1pPr>
            <a:lvl2pPr marL="283464" indent="-283464">
              <a:lnSpc>
                <a:spcPct val="130000"/>
              </a:lnSpc>
              <a:spcBef>
                <a:spcPts val="1000"/>
              </a:spcBef>
              <a:defRPr sz="1800"/>
            </a:lvl2pPr>
            <a:lvl3pPr marL="566928" indent="-283464">
              <a:lnSpc>
                <a:spcPct val="130000"/>
              </a:lnSpc>
              <a:spcBef>
                <a:spcPts val="1000"/>
              </a:spcBef>
              <a:defRPr sz="1800"/>
            </a:lvl3pPr>
            <a:lvl4pPr marL="850392" indent="-283464">
              <a:lnSpc>
                <a:spcPct val="130000"/>
              </a:lnSpc>
              <a:spcBef>
                <a:spcPts val="1000"/>
              </a:spcBef>
              <a:defRPr sz="1800"/>
            </a:lvl4pPr>
            <a:lvl5pPr marL="1371600" indent="-283464">
              <a:lnSpc>
                <a:spcPct val="130000"/>
              </a:lnSpc>
              <a:spcBef>
                <a:spcPts val="1000"/>
              </a:spcBef>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51B8ED33-4EE7-7B50-3C8D-2D43FCEE2B34}"/>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4"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Date Placeholder 3">
            <a:extLst>
              <a:ext uri="{FF2B5EF4-FFF2-40B4-BE49-F238E27FC236}">
                <a16:creationId xmlns:a16="http://schemas.microsoft.com/office/drawing/2014/main" id="{9C8F833A-02FB-E36B-45C9-0645070F68FD}"/>
              </a:ext>
            </a:extLst>
          </p:cNvPr>
          <p:cNvSpPr>
            <a:spLocks noGrp="1"/>
          </p:cNvSpPr>
          <p:nvPr>
            <p:ph type="dt" sz="half" idx="11"/>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3" name="Footer Placeholder 6">
            <a:extLst>
              <a:ext uri="{FF2B5EF4-FFF2-40B4-BE49-F238E27FC236}">
                <a16:creationId xmlns:a16="http://schemas.microsoft.com/office/drawing/2014/main" id="{7BDAEEC9-E6ED-C61A-85C7-C1E0B67B16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5" name="Slide Number Placeholder 5">
            <a:extLst>
              <a:ext uri="{FF2B5EF4-FFF2-40B4-BE49-F238E27FC236}">
                <a16:creationId xmlns:a16="http://schemas.microsoft.com/office/drawing/2014/main" id="{E71492A7-053E-DE52-D433-9715A1632BE3}"/>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639326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hasCustomPrompt="1"/>
          </p:nvPr>
        </p:nvSpPr>
        <p:spPr>
          <a:xfrm>
            <a:off x="3890507" y="395289"/>
            <a:ext cx="7733329" cy="1189806"/>
          </a:xfrm>
        </p:spPr>
        <p:txBody>
          <a:bodyPr lIns="0">
            <a:noAutofit/>
          </a:bodyPr>
          <a:lstStyle>
            <a:lvl1pPr>
              <a:defRPr sz="3600"/>
            </a:lvl1pPr>
          </a:lstStyle>
          <a:p>
            <a:r>
              <a:rPr lang="en-US" dirty="0"/>
              <a:t>Click to add title</a:t>
            </a:r>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hasCustomPrompt="1"/>
          </p:nvPr>
        </p:nvSpPr>
        <p:spPr>
          <a:xfrm>
            <a:off x="3890507" y="1997132"/>
            <a:ext cx="2765356" cy="4465579"/>
          </a:xfrm>
        </p:spPr>
        <p:txBody>
          <a:bodyPr lIns="0">
            <a:normAutofit/>
          </a:bodyPr>
          <a:lstStyle>
            <a:lvl1pPr>
              <a:defRPr sz="1800"/>
            </a:lvl1pPr>
            <a:lvl2pPr>
              <a:defRPr sz="1800"/>
            </a:lvl2pPr>
            <a:lvl3pPr>
              <a:defRPr sz="1800"/>
            </a:lvl3pPr>
            <a:lvl4pPr>
              <a:defRPr sz="1800"/>
            </a:lvl4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p:txBody>
      </p:sp>
      <p:sp>
        <p:nvSpPr>
          <p:cNvPr id="8" name="Content Placeholder 3">
            <a:extLst>
              <a:ext uri="{FF2B5EF4-FFF2-40B4-BE49-F238E27FC236}">
                <a16:creationId xmlns:a16="http://schemas.microsoft.com/office/drawing/2014/main" id="{C8C1FBAB-005F-F0AD-1BEA-D659045F89F3}"/>
              </a:ext>
            </a:extLst>
          </p:cNvPr>
          <p:cNvSpPr>
            <a:spLocks noGrp="1"/>
          </p:cNvSpPr>
          <p:nvPr>
            <p:ph sz="half" idx="13" hasCustomPrompt="1"/>
          </p:nvPr>
        </p:nvSpPr>
        <p:spPr>
          <a:xfrm>
            <a:off x="6815634" y="1997132"/>
            <a:ext cx="4808202" cy="4232218"/>
          </a:xfrm>
        </p:spPr>
        <p:txBody>
          <a:bodyPr lIns="91440">
            <a:normAutofit/>
          </a:bodyPr>
          <a:lstStyle>
            <a:lvl1pPr marL="0" indent="0">
              <a:lnSpc>
                <a:spcPct val="130000"/>
              </a:lnSpc>
              <a:spcBef>
                <a:spcPts val="1000"/>
              </a:spcBef>
              <a:buNone/>
              <a:defRPr sz="1800"/>
            </a:lvl1pPr>
            <a:lvl2pPr marL="283464" indent="-283464">
              <a:lnSpc>
                <a:spcPct val="130000"/>
              </a:lnSpc>
              <a:spcBef>
                <a:spcPts val="1000"/>
              </a:spcBef>
              <a:defRPr sz="1800"/>
            </a:lvl2pPr>
            <a:lvl3pPr marL="566928" indent="-283464">
              <a:lnSpc>
                <a:spcPct val="130000"/>
              </a:lnSpc>
              <a:spcBef>
                <a:spcPts val="1000"/>
              </a:spcBef>
              <a:defRPr sz="1800"/>
            </a:lvl3pPr>
            <a:lvl4pPr marL="850392" indent="-283464">
              <a:lnSpc>
                <a:spcPct val="130000"/>
              </a:lnSpc>
              <a:spcBef>
                <a:spcPts val="1000"/>
              </a:spcBef>
              <a:defRPr sz="1800"/>
            </a:lvl4pPr>
            <a:lvl5pPr marL="1371600" indent="-283464">
              <a:lnSpc>
                <a:spcPct val="130000"/>
              </a:lnSpc>
              <a:spcBef>
                <a:spcPts val="1000"/>
              </a:spcBef>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40CF0BDF-4C70-3A21-D896-DAC13562A295}"/>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3890509"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A735428F-DCEA-E8DB-1A53-7A9E8B6BD17C}"/>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76" name="Freeform 64">
              <a:extLst>
                <a:ext uri="{FF2B5EF4-FFF2-40B4-BE49-F238E27FC236}">
                  <a16:creationId xmlns:a16="http://schemas.microsoft.com/office/drawing/2014/main" id="{B08950FF-1512-B7DF-BED3-12DAB240CE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1">
              <a:extLst>
                <a:ext uri="{FF2B5EF4-FFF2-40B4-BE49-F238E27FC236}">
                  <a16:creationId xmlns:a16="http://schemas.microsoft.com/office/drawing/2014/main" id="{FED46019-50FE-56DC-07AE-3140B62D99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8" name="Freeform 61">
              <a:extLst>
                <a:ext uri="{FF2B5EF4-FFF2-40B4-BE49-F238E27FC236}">
                  <a16:creationId xmlns:a16="http://schemas.microsoft.com/office/drawing/2014/main" id="{F8344F6F-7BFF-A0C1-6A5C-7C26859CEFD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9" name="Freeform 78">
              <a:extLst>
                <a:ext uri="{FF2B5EF4-FFF2-40B4-BE49-F238E27FC236}">
                  <a16:creationId xmlns:a16="http://schemas.microsoft.com/office/drawing/2014/main" id="{B351AD35-F328-430C-AC8C-9C2FCC751B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0" name="Freeform 84">
              <a:extLst>
                <a:ext uri="{FF2B5EF4-FFF2-40B4-BE49-F238E27FC236}">
                  <a16:creationId xmlns:a16="http://schemas.microsoft.com/office/drawing/2014/main" id="{26C9E2DF-5528-DC17-0E3E-5CAB023139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1" name="Freeform 87">
              <a:extLst>
                <a:ext uri="{FF2B5EF4-FFF2-40B4-BE49-F238E27FC236}">
                  <a16:creationId xmlns:a16="http://schemas.microsoft.com/office/drawing/2014/main" id="{C6D0E3D9-FDBB-F24B-58B3-5D64BA3AD9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2" name="Freeform 60">
              <a:extLst>
                <a:ext uri="{FF2B5EF4-FFF2-40B4-BE49-F238E27FC236}">
                  <a16:creationId xmlns:a16="http://schemas.microsoft.com/office/drawing/2014/main" id="{7CEB91EF-B50A-86E9-6E90-5306CC452C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3" name="Freeform 59">
              <a:extLst>
                <a:ext uri="{FF2B5EF4-FFF2-40B4-BE49-F238E27FC236}">
                  <a16:creationId xmlns:a16="http://schemas.microsoft.com/office/drawing/2014/main" id="{9F658E30-2295-292A-732D-35D6A2A3AB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4" name="Freeform 62">
              <a:extLst>
                <a:ext uri="{FF2B5EF4-FFF2-40B4-BE49-F238E27FC236}">
                  <a16:creationId xmlns:a16="http://schemas.microsoft.com/office/drawing/2014/main" id="{46653527-5E94-B1BE-2530-38683A6E58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5" name="Freeform 65">
              <a:extLst>
                <a:ext uri="{FF2B5EF4-FFF2-40B4-BE49-F238E27FC236}">
                  <a16:creationId xmlns:a16="http://schemas.microsoft.com/office/drawing/2014/main" id="{746ECD9D-C4C1-ABBF-B385-62CE709171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6" name="Freeform 79">
              <a:extLst>
                <a:ext uri="{FF2B5EF4-FFF2-40B4-BE49-F238E27FC236}">
                  <a16:creationId xmlns:a16="http://schemas.microsoft.com/office/drawing/2014/main" id="{F12FD0B4-D775-8778-B4AB-2812881251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82">
              <a:extLst>
                <a:ext uri="{FF2B5EF4-FFF2-40B4-BE49-F238E27FC236}">
                  <a16:creationId xmlns:a16="http://schemas.microsoft.com/office/drawing/2014/main" id="{9060E759-708B-81DA-7D61-A5E4FD15AF2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Freeform 85">
              <a:extLst>
                <a:ext uri="{FF2B5EF4-FFF2-40B4-BE49-F238E27FC236}">
                  <a16:creationId xmlns:a16="http://schemas.microsoft.com/office/drawing/2014/main" id="{C1BC18FF-D435-8372-8D36-F0A2E2FF12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9" name="Freeform 88">
              <a:extLst>
                <a:ext uri="{FF2B5EF4-FFF2-40B4-BE49-F238E27FC236}">
                  <a16:creationId xmlns:a16="http://schemas.microsoft.com/office/drawing/2014/main" id="{D7BE903D-C298-1952-7991-8E31C2AF26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90" name="Group 89">
              <a:extLst>
                <a:ext uri="{FF2B5EF4-FFF2-40B4-BE49-F238E27FC236}">
                  <a16:creationId xmlns:a16="http://schemas.microsoft.com/office/drawing/2014/main" id="{B607DCA6-6024-D362-9330-8AFFBBB8A73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91" name="Line 63">
                <a:extLst>
                  <a:ext uri="{FF2B5EF4-FFF2-40B4-BE49-F238E27FC236}">
                    <a16:creationId xmlns:a16="http://schemas.microsoft.com/office/drawing/2014/main" id="{3B80B578-9153-AA37-CCF4-1C530CE74F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2" name="Line 66">
                <a:extLst>
                  <a:ext uri="{FF2B5EF4-FFF2-40B4-BE49-F238E27FC236}">
                    <a16:creationId xmlns:a16="http://schemas.microsoft.com/office/drawing/2014/main" id="{70FF2BF6-5E2B-13B9-B292-51297D0F07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3" name="Line 67">
                <a:extLst>
                  <a:ext uri="{FF2B5EF4-FFF2-40B4-BE49-F238E27FC236}">
                    <a16:creationId xmlns:a16="http://schemas.microsoft.com/office/drawing/2014/main" id="{10EEC0DE-2FA0-2991-F09B-FDB7F90BCF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4" name="Line 80">
                <a:extLst>
                  <a:ext uri="{FF2B5EF4-FFF2-40B4-BE49-F238E27FC236}">
                    <a16:creationId xmlns:a16="http://schemas.microsoft.com/office/drawing/2014/main" id="{FD5727E7-2D7B-1745-2AFE-EE92B123D0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5" name="Line 83">
                <a:extLst>
                  <a:ext uri="{FF2B5EF4-FFF2-40B4-BE49-F238E27FC236}">
                    <a16:creationId xmlns:a16="http://schemas.microsoft.com/office/drawing/2014/main" id="{7E599577-4F0E-E46B-8F38-5DE84B9EB3E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6" name="Line 86">
                <a:extLst>
                  <a:ext uri="{FF2B5EF4-FFF2-40B4-BE49-F238E27FC236}">
                    <a16:creationId xmlns:a16="http://schemas.microsoft.com/office/drawing/2014/main" id="{EBC3501F-ACA9-9716-54B2-308F761A355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7" name="Line 89">
                <a:extLst>
                  <a:ext uri="{FF2B5EF4-FFF2-40B4-BE49-F238E27FC236}">
                    <a16:creationId xmlns:a16="http://schemas.microsoft.com/office/drawing/2014/main" id="{8F837063-D92B-EA3A-1299-475B6632C0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8" name="Group 97">
            <a:extLst>
              <a:ext uri="{FF2B5EF4-FFF2-40B4-BE49-F238E27FC236}">
                <a16:creationId xmlns:a16="http://schemas.microsoft.com/office/drawing/2014/main" id="{D1A340BC-A6D3-539D-CB1E-965CF9C5DE93}"/>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9" name="Freeform 64">
              <a:extLst>
                <a:ext uri="{FF2B5EF4-FFF2-40B4-BE49-F238E27FC236}">
                  <a16:creationId xmlns:a16="http://schemas.microsoft.com/office/drawing/2014/main" id="{7AC7CD44-8A4B-F8A7-C900-0DD35E0EB8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0" name="Freeform 81">
              <a:extLst>
                <a:ext uri="{FF2B5EF4-FFF2-40B4-BE49-F238E27FC236}">
                  <a16:creationId xmlns:a16="http://schemas.microsoft.com/office/drawing/2014/main" id="{11D7F6C7-DB52-EF70-52AC-898829F0AB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1" name="Freeform 61">
              <a:extLst>
                <a:ext uri="{FF2B5EF4-FFF2-40B4-BE49-F238E27FC236}">
                  <a16:creationId xmlns:a16="http://schemas.microsoft.com/office/drawing/2014/main" id="{198FB818-8D72-83A8-92A1-DBF9598518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2" name="Freeform 78">
              <a:extLst>
                <a:ext uri="{FF2B5EF4-FFF2-40B4-BE49-F238E27FC236}">
                  <a16:creationId xmlns:a16="http://schemas.microsoft.com/office/drawing/2014/main" id="{3D0C3C81-7CE0-2D78-D02F-F9DCF05011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3" name="Freeform 84">
              <a:extLst>
                <a:ext uri="{FF2B5EF4-FFF2-40B4-BE49-F238E27FC236}">
                  <a16:creationId xmlns:a16="http://schemas.microsoft.com/office/drawing/2014/main" id="{0C7ED120-F30B-14AB-5B2F-B022C8668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4" name="Freeform 87">
              <a:extLst>
                <a:ext uri="{FF2B5EF4-FFF2-40B4-BE49-F238E27FC236}">
                  <a16:creationId xmlns:a16="http://schemas.microsoft.com/office/drawing/2014/main" id="{60788874-2352-19A7-D664-0106854D90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5" name="Freeform 60">
              <a:extLst>
                <a:ext uri="{FF2B5EF4-FFF2-40B4-BE49-F238E27FC236}">
                  <a16:creationId xmlns:a16="http://schemas.microsoft.com/office/drawing/2014/main" id="{88B03378-17C4-9F0A-14DE-B0D14C3A5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6" name="Freeform 59">
              <a:extLst>
                <a:ext uri="{FF2B5EF4-FFF2-40B4-BE49-F238E27FC236}">
                  <a16:creationId xmlns:a16="http://schemas.microsoft.com/office/drawing/2014/main" id="{AF0D137B-1827-9F4C-03BB-6D7F26FF517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7" name="Freeform 62">
              <a:extLst>
                <a:ext uri="{FF2B5EF4-FFF2-40B4-BE49-F238E27FC236}">
                  <a16:creationId xmlns:a16="http://schemas.microsoft.com/office/drawing/2014/main" id="{F0D58801-920F-64E9-DD6A-9E41DB9CE16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8" name="Freeform 65">
              <a:extLst>
                <a:ext uri="{FF2B5EF4-FFF2-40B4-BE49-F238E27FC236}">
                  <a16:creationId xmlns:a16="http://schemas.microsoft.com/office/drawing/2014/main" id="{1196BF7F-0B7D-24CC-1BF8-28DE94B282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09" name="Freeform 79">
              <a:extLst>
                <a:ext uri="{FF2B5EF4-FFF2-40B4-BE49-F238E27FC236}">
                  <a16:creationId xmlns:a16="http://schemas.microsoft.com/office/drawing/2014/main" id="{0055D8F4-D194-4E40-FA91-94F7A1AEC8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0" name="Freeform 82">
              <a:extLst>
                <a:ext uri="{FF2B5EF4-FFF2-40B4-BE49-F238E27FC236}">
                  <a16:creationId xmlns:a16="http://schemas.microsoft.com/office/drawing/2014/main" id="{CBF5427B-8B0F-8276-A243-4B27DA41C3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1" name="Freeform 85">
              <a:extLst>
                <a:ext uri="{FF2B5EF4-FFF2-40B4-BE49-F238E27FC236}">
                  <a16:creationId xmlns:a16="http://schemas.microsoft.com/office/drawing/2014/main" id="{200EE055-2A12-AA92-46E4-2FA8D7BA3C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2" name="Freeform 88">
              <a:extLst>
                <a:ext uri="{FF2B5EF4-FFF2-40B4-BE49-F238E27FC236}">
                  <a16:creationId xmlns:a16="http://schemas.microsoft.com/office/drawing/2014/main" id="{3C38B1EC-E4D2-BF06-976B-C14979A121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13" name="Group 112">
              <a:extLst>
                <a:ext uri="{FF2B5EF4-FFF2-40B4-BE49-F238E27FC236}">
                  <a16:creationId xmlns:a16="http://schemas.microsoft.com/office/drawing/2014/main" id="{5BCF6A29-31B0-2441-356B-86247D86DC1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14" name="Line 63">
                <a:extLst>
                  <a:ext uri="{FF2B5EF4-FFF2-40B4-BE49-F238E27FC236}">
                    <a16:creationId xmlns:a16="http://schemas.microsoft.com/office/drawing/2014/main" id="{6EB6905C-ACF6-9AF1-664F-5C0FED8A66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5" name="Line 66">
                <a:extLst>
                  <a:ext uri="{FF2B5EF4-FFF2-40B4-BE49-F238E27FC236}">
                    <a16:creationId xmlns:a16="http://schemas.microsoft.com/office/drawing/2014/main" id="{0E262CE0-BAF1-8146-35BB-AC059F7292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6" name="Line 67">
                <a:extLst>
                  <a:ext uri="{FF2B5EF4-FFF2-40B4-BE49-F238E27FC236}">
                    <a16:creationId xmlns:a16="http://schemas.microsoft.com/office/drawing/2014/main" id="{191EBC3F-760E-86C1-8B21-A117912C6C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7" name="Line 80">
                <a:extLst>
                  <a:ext uri="{FF2B5EF4-FFF2-40B4-BE49-F238E27FC236}">
                    <a16:creationId xmlns:a16="http://schemas.microsoft.com/office/drawing/2014/main" id="{53EAD6B4-1599-2782-D593-2D6148973A1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8" name="Line 83">
                <a:extLst>
                  <a:ext uri="{FF2B5EF4-FFF2-40B4-BE49-F238E27FC236}">
                    <a16:creationId xmlns:a16="http://schemas.microsoft.com/office/drawing/2014/main" id="{809484DC-53A9-6DF0-B3E7-61C4BBC6D2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9" name="Line 86">
                <a:extLst>
                  <a:ext uri="{FF2B5EF4-FFF2-40B4-BE49-F238E27FC236}">
                    <a16:creationId xmlns:a16="http://schemas.microsoft.com/office/drawing/2014/main" id="{631B2D90-841F-130E-48D8-D77FD39A80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0" name="Line 89">
                <a:extLst>
                  <a:ext uri="{FF2B5EF4-FFF2-40B4-BE49-F238E27FC236}">
                    <a16:creationId xmlns:a16="http://schemas.microsoft.com/office/drawing/2014/main" id="{54CE9CB3-DC61-CF9B-41AF-A855A9A7FE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5" name="Date Placeholder 3">
            <a:extLst>
              <a:ext uri="{FF2B5EF4-FFF2-40B4-BE49-F238E27FC236}">
                <a16:creationId xmlns:a16="http://schemas.microsoft.com/office/drawing/2014/main" id="{51B2F52A-503B-3D02-DD9B-CD13E1192ED9}"/>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6" name="Footer Placeholder 6">
            <a:extLst>
              <a:ext uri="{FF2B5EF4-FFF2-40B4-BE49-F238E27FC236}">
                <a16:creationId xmlns:a16="http://schemas.microsoft.com/office/drawing/2014/main" id="{EA1EAF5E-FFB3-BD50-2D80-15B1A519FC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7" name="Slide Number Placeholder 5">
            <a:extLst>
              <a:ext uri="{FF2B5EF4-FFF2-40B4-BE49-F238E27FC236}">
                <a16:creationId xmlns:a16="http://schemas.microsoft.com/office/drawing/2014/main" id="{686D9679-CDB7-1A17-8236-8B08D90E83F3}"/>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9106116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910FDC-FCA3-4F39-AC3F-821172639127}"/>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2937" y="0"/>
            <a:ext cx="386715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alpha val="20000"/>
                </a:schemeClr>
              </a:solidFill>
            </a:endParaRPr>
          </a:p>
        </p:txBody>
      </p:sp>
      <p:sp>
        <p:nvSpPr>
          <p:cNvPr id="4" name="Title 10">
            <a:extLst>
              <a:ext uri="{FF2B5EF4-FFF2-40B4-BE49-F238E27FC236}">
                <a16:creationId xmlns:a16="http://schemas.microsoft.com/office/drawing/2014/main" id="{4C136262-2D92-08CC-8364-8E00D9FE631A}"/>
              </a:ext>
            </a:extLst>
          </p:cNvPr>
          <p:cNvSpPr>
            <a:spLocks noGrp="1"/>
          </p:cNvSpPr>
          <p:nvPr>
            <p:ph type="title" hasCustomPrompt="1"/>
          </p:nvPr>
        </p:nvSpPr>
        <p:spPr>
          <a:xfrm>
            <a:off x="4313685" y="400049"/>
            <a:ext cx="7310152" cy="1185045"/>
          </a:xfrm>
        </p:spPr>
        <p:txBody>
          <a:bodyPr lIns="0">
            <a:normAutofit/>
          </a:bodyPr>
          <a:lstStyle>
            <a:lvl1pPr>
              <a:defRPr sz="3600"/>
            </a:lvl1pPr>
          </a:lstStyle>
          <a:p>
            <a:r>
              <a:rPr lang="en-US" dirty="0"/>
              <a:t>Click to add title</a:t>
            </a:r>
          </a:p>
        </p:txBody>
      </p:sp>
      <p:sp>
        <p:nvSpPr>
          <p:cNvPr id="11" name="Picture Placeholder 10">
            <a:extLst>
              <a:ext uri="{FF2B5EF4-FFF2-40B4-BE49-F238E27FC236}">
                <a16:creationId xmlns:a16="http://schemas.microsoft.com/office/drawing/2014/main" id="{6F0F278F-99B1-49C2-968B-C983DF8121A9}"/>
              </a:ext>
            </a:extLst>
          </p:cNvPr>
          <p:cNvSpPr>
            <a:spLocks noGrp="1"/>
          </p:cNvSpPr>
          <p:nvPr>
            <p:ph type="pic" sz="quarter" idx="14" hasCustomPrompt="1"/>
          </p:nvPr>
        </p:nvSpPr>
        <p:spPr>
          <a:xfrm>
            <a:off x="450810" y="430212"/>
            <a:ext cx="2989063" cy="5997575"/>
          </a:xfrm>
        </p:spPr>
        <p:txBody>
          <a:bodyPr>
            <a:normAutofit/>
          </a:bodyPr>
          <a:lstStyle>
            <a:lvl1pPr marL="0" indent="0" algn="ctr">
              <a:buNone/>
              <a:defRPr sz="1200"/>
            </a:lvl1pPr>
          </a:lstStyle>
          <a:p>
            <a:pPr marL="0" marR="0" lvl="0" indent="0" algn="ctr" defTabSz="914400" rtl="0" eaLnBrk="1" fontAlgn="auto" latinLnBrk="0" hangingPunct="1">
              <a:lnSpc>
                <a:spcPct val="150000"/>
              </a:lnSpc>
              <a:spcBef>
                <a:spcPts val="1000"/>
              </a:spcBef>
              <a:spcAft>
                <a:spcPts val="0"/>
              </a:spcAft>
              <a:buClr>
                <a:schemeClr val="accent3"/>
              </a:buClr>
              <a:buSzTx/>
              <a:buFont typeface="Wingdings" panose="05000000000000000000" pitchFamily="2" charset="2"/>
              <a:buNone/>
              <a:tabLst/>
              <a:defRPr/>
            </a:pPr>
            <a:r>
              <a:rPr lang="en-US" dirty="0"/>
              <a:t>Click to add picture</a:t>
            </a:r>
          </a:p>
          <a:p>
            <a:endParaRPr lang="en-US" dirty="0"/>
          </a:p>
        </p:txBody>
      </p:sp>
      <p:sp>
        <p:nvSpPr>
          <p:cNvPr id="5" name="Content Placeholder 2">
            <a:extLst>
              <a:ext uri="{FF2B5EF4-FFF2-40B4-BE49-F238E27FC236}">
                <a16:creationId xmlns:a16="http://schemas.microsoft.com/office/drawing/2014/main" id="{8DF82769-951B-3DA0-5C05-D7354E00A372}"/>
              </a:ext>
            </a:extLst>
          </p:cNvPr>
          <p:cNvSpPr>
            <a:spLocks noGrp="1"/>
          </p:cNvSpPr>
          <p:nvPr>
            <p:ph idx="10" hasCustomPrompt="1"/>
          </p:nvPr>
        </p:nvSpPr>
        <p:spPr>
          <a:xfrm>
            <a:off x="4313685" y="1997132"/>
            <a:ext cx="7314440" cy="4232218"/>
          </a:xfrm>
        </p:spPr>
        <p:txBody>
          <a:bodyPr lIns="0">
            <a:normAutofit/>
          </a:bodyPr>
          <a:lstStyle>
            <a:lvl1pPr marL="0" indent="0">
              <a:lnSpc>
                <a:spcPct val="130000"/>
              </a:lnSpc>
              <a:buNone/>
              <a:defRPr sz="1800"/>
            </a:lvl1pPr>
            <a:lvl2pPr marL="360000" indent="0">
              <a:lnSpc>
                <a:spcPct val="130000"/>
              </a:lnSpc>
              <a:buNone/>
              <a:defRPr sz="1800"/>
            </a:lvl2pPr>
            <a:lvl3pPr marL="720000" indent="0">
              <a:lnSpc>
                <a:spcPct val="130000"/>
              </a:lnSpc>
              <a:buNone/>
              <a:defRPr sz="1800"/>
            </a:lvl3pPr>
            <a:lvl4pPr marL="1080000" indent="0">
              <a:lnSpc>
                <a:spcPct val="130000"/>
              </a:lnSpc>
              <a:buNone/>
              <a:defRPr sz="1800"/>
            </a:lvl4pPr>
            <a:lvl5pPr marL="1440000" indent="0">
              <a:lnSpc>
                <a:spcPct val="130000"/>
              </a:lnSpc>
              <a:buNone/>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9BE138E9-0025-C4F7-43CB-C242E93B3C51}"/>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4313684"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Date Placeholder 3">
            <a:extLst>
              <a:ext uri="{FF2B5EF4-FFF2-40B4-BE49-F238E27FC236}">
                <a16:creationId xmlns:a16="http://schemas.microsoft.com/office/drawing/2014/main" id="{F3412D6E-AE2E-B8C7-3247-1E771842C84E}"/>
              </a:ext>
            </a:extLst>
          </p:cNvPr>
          <p:cNvSpPr>
            <a:spLocks noGrp="1"/>
          </p:cNvSpPr>
          <p:nvPr>
            <p:ph type="dt" sz="half" idx="2"/>
          </p:nvPr>
        </p:nvSpPr>
        <p:spPr>
          <a:xfrm>
            <a:off x="431368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7" name="Footer Placeholder 6">
            <a:extLst>
              <a:ext uri="{FF2B5EF4-FFF2-40B4-BE49-F238E27FC236}">
                <a16:creationId xmlns:a16="http://schemas.microsoft.com/office/drawing/2014/main" id="{FDA960C8-4CEC-FD5C-58B1-0A33E80158A5}"/>
              </a:ext>
            </a:extLst>
          </p:cNvPr>
          <p:cNvSpPr>
            <a:spLocks noGrp="1"/>
          </p:cNvSpPr>
          <p:nvPr>
            <p:ph type="ftr" sz="quarter" idx="3"/>
          </p:nvPr>
        </p:nvSpPr>
        <p:spPr>
          <a:xfrm>
            <a:off x="6161392" y="6356350"/>
            <a:ext cx="3614737" cy="4608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46500073-CE8C-BD5A-D965-BBB31877FC06}"/>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50345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Table">
    <p:spTree>
      <p:nvGrpSpPr>
        <p:cNvPr id="1" name=""/>
        <p:cNvGrpSpPr/>
        <p:nvPr/>
      </p:nvGrpSpPr>
      <p:grpSpPr>
        <a:xfrm>
          <a:off x="0" y="0"/>
          <a:ext cx="0" cy="0"/>
          <a:chOff x="0" y="0"/>
          <a:chExt cx="0" cy="0"/>
        </a:xfrm>
      </p:grpSpPr>
      <p:sp>
        <p:nvSpPr>
          <p:cNvPr id="4" name="Title 10">
            <a:extLst>
              <a:ext uri="{FF2B5EF4-FFF2-40B4-BE49-F238E27FC236}">
                <a16:creationId xmlns:a16="http://schemas.microsoft.com/office/drawing/2014/main" id="{08188DE9-5A5D-940E-A9B9-5CFB3A7C1A19}"/>
              </a:ext>
            </a:extLst>
          </p:cNvPr>
          <p:cNvSpPr>
            <a:spLocks noGrp="1"/>
          </p:cNvSpPr>
          <p:nvPr>
            <p:ph type="title" hasCustomPrompt="1"/>
          </p:nvPr>
        </p:nvSpPr>
        <p:spPr>
          <a:xfrm>
            <a:off x="568164" y="400049"/>
            <a:ext cx="11047042" cy="1185045"/>
          </a:xfrm>
        </p:spPr>
        <p:txBody>
          <a:bodyPr lIns="0">
            <a:normAutofit/>
          </a:bodyPr>
          <a:lstStyle>
            <a:lvl1pPr>
              <a:defRPr sz="3600"/>
            </a:lvl1pPr>
          </a:lstStyle>
          <a:p>
            <a:r>
              <a:rPr lang="en-US" dirty="0"/>
              <a:t>Click to add title</a:t>
            </a:r>
          </a:p>
        </p:txBody>
      </p:sp>
      <p:sp>
        <p:nvSpPr>
          <p:cNvPr id="5" name="Content Placeholder 2">
            <a:extLst>
              <a:ext uri="{FF2B5EF4-FFF2-40B4-BE49-F238E27FC236}">
                <a16:creationId xmlns:a16="http://schemas.microsoft.com/office/drawing/2014/main" id="{A134A48A-4B33-4D5B-B419-07841EB58903}"/>
              </a:ext>
            </a:extLst>
          </p:cNvPr>
          <p:cNvSpPr>
            <a:spLocks noGrp="1"/>
          </p:cNvSpPr>
          <p:nvPr>
            <p:ph idx="10" hasCustomPrompt="1"/>
          </p:nvPr>
        </p:nvSpPr>
        <p:spPr>
          <a:xfrm>
            <a:off x="568164" y="1997132"/>
            <a:ext cx="4105436" cy="4232218"/>
          </a:xfrm>
        </p:spPr>
        <p:txBody>
          <a:bodyPr lIns="0">
            <a:normAutofit/>
          </a:bodyPr>
          <a:lstStyle>
            <a:lvl1pPr marL="0" indent="0">
              <a:lnSpc>
                <a:spcPct val="130000"/>
              </a:lnSpc>
              <a:buNone/>
              <a:defRPr sz="1800"/>
            </a:lvl1pPr>
            <a:lvl2pPr marL="360000" indent="0">
              <a:lnSpc>
                <a:spcPct val="130000"/>
              </a:lnSpc>
              <a:buNone/>
              <a:defRPr sz="1800"/>
            </a:lvl2pPr>
            <a:lvl3pPr marL="720000" indent="0">
              <a:lnSpc>
                <a:spcPct val="130000"/>
              </a:lnSpc>
              <a:buNone/>
              <a:defRPr sz="1800"/>
            </a:lvl3pPr>
            <a:lvl4pPr marL="1080000" indent="0">
              <a:lnSpc>
                <a:spcPct val="130000"/>
              </a:lnSpc>
              <a:buNone/>
              <a:defRPr sz="1800"/>
            </a:lvl4pPr>
            <a:lvl5pPr marL="1440000" indent="0">
              <a:lnSpc>
                <a:spcPct val="130000"/>
              </a:lnSpc>
              <a:buNone/>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D84167E6-4D04-7A2D-23CD-96BBAF8BB091}"/>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4"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Date Placeholder 3">
            <a:extLst>
              <a:ext uri="{FF2B5EF4-FFF2-40B4-BE49-F238E27FC236}">
                <a16:creationId xmlns:a16="http://schemas.microsoft.com/office/drawing/2014/main" id="{BC648438-1E2A-193E-BB18-7CBA2B4929F7}"/>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7" name="Footer Placeholder 6">
            <a:extLst>
              <a:ext uri="{FF2B5EF4-FFF2-40B4-BE49-F238E27FC236}">
                <a16:creationId xmlns:a16="http://schemas.microsoft.com/office/drawing/2014/main" id="{704BF0ED-9E99-363F-C319-90444F339F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A5F4DA9D-3116-000E-0A7B-D7B93F32481B}"/>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
        <p:nvSpPr>
          <p:cNvPr id="10" name="Table Placeholder 9">
            <a:extLst>
              <a:ext uri="{FF2B5EF4-FFF2-40B4-BE49-F238E27FC236}">
                <a16:creationId xmlns:a16="http://schemas.microsoft.com/office/drawing/2014/main" id="{98CFB27C-609E-49B0-CA37-A6CCB5E9DC5C}"/>
              </a:ext>
            </a:extLst>
          </p:cNvPr>
          <p:cNvSpPr>
            <a:spLocks noGrp="1"/>
          </p:cNvSpPr>
          <p:nvPr>
            <p:ph type="tbl" sz="quarter" idx="11" hasCustomPrompt="1"/>
          </p:nvPr>
        </p:nvSpPr>
        <p:spPr>
          <a:xfrm>
            <a:off x="4833938" y="1997075"/>
            <a:ext cx="6781268" cy="4232218"/>
          </a:xfrm>
        </p:spPr>
        <p:txBody>
          <a:bodyPr/>
          <a:lstStyle>
            <a:lvl1pPr>
              <a:defRPr/>
            </a:lvl1pPr>
          </a:lstStyle>
          <a:p>
            <a:r>
              <a:rPr lang="en-US" dirty="0"/>
              <a:t>Click to add table</a:t>
            </a:r>
          </a:p>
        </p:txBody>
      </p:sp>
    </p:spTree>
    <p:extLst>
      <p:ext uri="{BB962C8B-B14F-4D97-AF65-F5344CB8AC3E}">
        <p14:creationId xmlns:p14="http://schemas.microsoft.com/office/powerpoint/2010/main" val="38267402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sp>
        <p:nvSpPr>
          <p:cNvPr id="7" name="Title 10">
            <a:extLst>
              <a:ext uri="{FF2B5EF4-FFF2-40B4-BE49-F238E27FC236}">
                <a16:creationId xmlns:a16="http://schemas.microsoft.com/office/drawing/2014/main" id="{120C2CE9-09D7-C315-9A26-E750905F8DE9}"/>
              </a:ext>
            </a:extLst>
          </p:cNvPr>
          <p:cNvSpPr>
            <a:spLocks noGrp="1"/>
          </p:cNvSpPr>
          <p:nvPr>
            <p:ph type="title" hasCustomPrompt="1"/>
          </p:nvPr>
        </p:nvSpPr>
        <p:spPr>
          <a:xfrm>
            <a:off x="3157636" y="400049"/>
            <a:ext cx="8467760" cy="1185045"/>
          </a:xfrm>
        </p:spPr>
        <p:txBody>
          <a:bodyPr lIns="0">
            <a:normAutofit/>
          </a:bodyPr>
          <a:lstStyle>
            <a:lvl1pPr>
              <a:defRPr sz="3600"/>
            </a:lvl1pPr>
          </a:lstStyle>
          <a:p>
            <a:r>
              <a:rPr lang="en-US" dirty="0"/>
              <a:t>Click to add title</a:t>
            </a:r>
          </a:p>
        </p:txBody>
      </p:sp>
      <p:sp>
        <p:nvSpPr>
          <p:cNvPr id="8" name="Content Placeholder 2">
            <a:extLst>
              <a:ext uri="{FF2B5EF4-FFF2-40B4-BE49-F238E27FC236}">
                <a16:creationId xmlns:a16="http://schemas.microsoft.com/office/drawing/2014/main" id="{BB5F0A77-8ECB-36B0-0483-E734AB12FD75}"/>
              </a:ext>
            </a:extLst>
          </p:cNvPr>
          <p:cNvSpPr>
            <a:spLocks noGrp="1"/>
          </p:cNvSpPr>
          <p:nvPr>
            <p:ph idx="11" hasCustomPrompt="1"/>
          </p:nvPr>
        </p:nvSpPr>
        <p:spPr>
          <a:xfrm>
            <a:off x="3157636" y="1997132"/>
            <a:ext cx="5597686" cy="4356056"/>
          </a:xfrm>
        </p:spPr>
        <p:txBody>
          <a:bodyPr lIns="0">
            <a:normAutofit/>
          </a:bodyPr>
          <a:lstStyle>
            <a:lvl1pPr marL="0" indent="0">
              <a:lnSpc>
                <a:spcPct val="130000"/>
              </a:lnSpc>
              <a:buNone/>
              <a:defRPr sz="1800"/>
            </a:lvl1pPr>
            <a:lvl2pPr marL="645750" indent="-285750">
              <a:lnSpc>
                <a:spcPct val="130000"/>
              </a:lnSpc>
              <a:buFont typeface="Arial" panose="020B0604020202020204" pitchFamily="34" charset="0"/>
              <a:buChar char="•"/>
              <a:defRPr sz="1800"/>
            </a:lvl2pPr>
            <a:lvl3pPr marL="720000" indent="0">
              <a:lnSpc>
                <a:spcPct val="130000"/>
              </a:lnSpc>
              <a:buNone/>
              <a:defRPr sz="1800"/>
            </a:lvl3pPr>
            <a:lvl4pPr marL="1080000" indent="0">
              <a:lnSpc>
                <a:spcPct val="130000"/>
              </a:lnSpc>
              <a:buNone/>
              <a:defRPr sz="1800"/>
            </a:lvl4pPr>
            <a:lvl5pPr marL="1440000" indent="0">
              <a:lnSpc>
                <a:spcPct val="130000"/>
              </a:lnSpc>
              <a:buNone/>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8" name="Content Placeholder 2">
            <a:extLst>
              <a:ext uri="{FF2B5EF4-FFF2-40B4-BE49-F238E27FC236}">
                <a16:creationId xmlns:a16="http://schemas.microsoft.com/office/drawing/2014/main" id="{CB4063C8-82E1-0B52-0D41-B642726AD1E6}"/>
              </a:ext>
            </a:extLst>
          </p:cNvPr>
          <p:cNvSpPr>
            <a:spLocks noGrp="1"/>
          </p:cNvSpPr>
          <p:nvPr>
            <p:ph sz="half" idx="10" hasCustomPrompt="1"/>
          </p:nvPr>
        </p:nvSpPr>
        <p:spPr>
          <a:xfrm>
            <a:off x="8945821" y="1997134"/>
            <a:ext cx="2679575" cy="4356054"/>
          </a:xfrm>
        </p:spPr>
        <p:txBody>
          <a:bodyPr>
            <a:normAutofit/>
          </a:bodyPr>
          <a:lstStyle>
            <a:lvl1pPr>
              <a:defRPr sz="1800"/>
            </a:lvl1pPr>
            <a:lvl2pPr>
              <a:defRPr sz="1800"/>
            </a:lvl2pPr>
            <a:lvl3pPr>
              <a:defRPr sz="1800"/>
            </a:lvl3pPr>
            <a:lvl4pPr>
              <a:defRPr sz="1800"/>
            </a:lvl4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p:txBody>
      </p:sp>
      <p:grpSp>
        <p:nvGrpSpPr>
          <p:cNvPr id="93" name="Group 92">
            <a:extLst>
              <a:ext uri="{FF2B5EF4-FFF2-40B4-BE49-F238E27FC236}">
                <a16:creationId xmlns:a16="http://schemas.microsoft.com/office/drawing/2014/main" id="{0374DF95-81A4-1CFF-D87E-1DBCA565C792}"/>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94" name="Group 93">
              <a:extLst>
                <a:ext uri="{FF2B5EF4-FFF2-40B4-BE49-F238E27FC236}">
                  <a16:creationId xmlns:a16="http://schemas.microsoft.com/office/drawing/2014/main" id="{C15172FB-4F23-B7CE-4A45-A96A16F64C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00" name="Group 99">
                <a:extLst>
                  <a:ext uri="{FF2B5EF4-FFF2-40B4-BE49-F238E27FC236}">
                    <a16:creationId xmlns:a16="http://schemas.microsoft.com/office/drawing/2014/main" id="{78A1988F-4EE5-01C8-E1E2-EE21A6AF800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4" name="Straight Connector 103">
                  <a:extLst>
                    <a:ext uri="{FF2B5EF4-FFF2-40B4-BE49-F238E27FC236}">
                      <a16:creationId xmlns:a16="http://schemas.microsoft.com/office/drawing/2014/main" id="{59707535-B3AB-7212-B069-A366ABAFE26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E14A54E3-A9EA-3476-B996-946D455F356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6" name="Rectangle 30">
                  <a:extLst>
                    <a:ext uri="{FF2B5EF4-FFF2-40B4-BE49-F238E27FC236}">
                      <a16:creationId xmlns:a16="http://schemas.microsoft.com/office/drawing/2014/main" id="{8096AB25-3A2B-B9B7-A68E-1974E3ED87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30">
                  <a:extLst>
                    <a:ext uri="{FF2B5EF4-FFF2-40B4-BE49-F238E27FC236}">
                      <a16:creationId xmlns:a16="http://schemas.microsoft.com/office/drawing/2014/main" id="{2085403A-97EF-4203-C58B-E41070E51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1" name="Group 100">
                <a:extLst>
                  <a:ext uri="{FF2B5EF4-FFF2-40B4-BE49-F238E27FC236}">
                    <a16:creationId xmlns:a16="http://schemas.microsoft.com/office/drawing/2014/main" id="{B2F8BD77-64E1-4FBD-81A4-E43A307C934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2" name="Freeform: Shape 101">
                  <a:extLst>
                    <a:ext uri="{FF2B5EF4-FFF2-40B4-BE49-F238E27FC236}">
                      <a16:creationId xmlns:a16="http://schemas.microsoft.com/office/drawing/2014/main" id="{323A0F3A-5730-3AFC-409F-6A67460C5A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03" name="Freeform: Shape 102">
                  <a:extLst>
                    <a:ext uri="{FF2B5EF4-FFF2-40B4-BE49-F238E27FC236}">
                      <a16:creationId xmlns:a16="http://schemas.microsoft.com/office/drawing/2014/main" id="{70681FEE-64CB-7074-366C-42CED63713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95" name="Group 94">
              <a:extLst>
                <a:ext uri="{FF2B5EF4-FFF2-40B4-BE49-F238E27FC236}">
                  <a16:creationId xmlns:a16="http://schemas.microsoft.com/office/drawing/2014/main" id="{08813273-0B3B-17D4-89E5-22B5D640785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96" name="Group 95">
                <a:extLst>
                  <a:ext uri="{FF2B5EF4-FFF2-40B4-BE49-F238E27FC236}">
                    <a16:creationId xmlns:a16="http://schemas.microsoft.com/office/drawing/2014/main" id="{8DEE50A8-DEB8-82E4-6939-22346B41BF8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98" name="Freeform 68">
                  <a:extLst>
                    <a:ext uri="{FF2B5EF4-FFF2-40B4-BE49-F238E27FC236}">
                      <a16:creationId xmlns:a16="http://schemas.microsoft.com/office/drawing/2014/main" id="{7C268328-6EF0-F968-28D1-9F0E5B017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9" name="Freeform 69">
                  <a:extLst>
                    <a:ext uri="{FF2B5EF4-FFF2-40B4-BE49-F238E27FC236}">
                      <a16:creationId xmlns:a16="http://schemas.microsoft.com/office/drawing/2014/main" id="{37BFDF79-1029-8C4B-621E-4A6C9DFB6D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97" name="Line 70">
                <a:extLst>
                  <a:ext uri="{FF2B5EF4-FFF2-40B4-BE49-F238E27FC236}">
                    <a16:creationId xmlns:a16="http://schemas.microsoft.com/office/drawing/2014/main" id="{20958208-D7CF-3479-7930-E3FB39DAA4D0}"/>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08" name="Group 107">
            <a:extLst>
              <a:ext uri="{FF2B5EF4-FFF2-40B4-BE49-F238E27FC236}">
                <a16:creationId xmlns:a16="http://schemas.microsoft.com/office/drawing/2014/main" id="{A5445BB5-50E8-C707-7C74-32796AC9867A}"/>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9" name="Group 108">
              <a:extLst>
                <a:ext uri="{FF2B5EF4-FFF2-40B4-BE49-F238E27FC236}">
                  <a16:creationId xmlns:a16="http://schemas.microsoft.com/office/drawing/2014/main" id="{60348311-F256-5764-CF61-E4D36CE7B8B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5" name="Group 114">
                <a:extLst>
                  <a:ext uri="{FF2B5EF4-FFF2-40B4-BE49-F238E27FC236}">
                    <a16:creationId xmlns:a16="http://schemas.microsoft.com/office/drawing/2014/main" id="{965C0C66-56A0-6241-4611-3A2493CC25B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19" name="Straight Connector 118">
                  <a:extLst>
                    <a:ext uri="{FF2B5EF4-FFF2-40B4-BE49-F238E27FC236}">
                      <a16:creationId xmlns:a16="http://schemas.microsoft.com/office/drawing/2014/main" id="{EACD9C93-31AC-1752-5BBC-966E9B2DBF9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AD9C47F5-E53F-7F26-B78D-C86305CF012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1" name="Rectangle 30">
                  <a:extLst>
                    <a:ext uri="{FF2B5EF4-FFF2-40B4-BE49-F238E27FC236}">
                      <a16:creationId xmlns:a16="http://schemas.microsoft.com/office/drawing/2014/main" id="{83DE65FD-926B-50A2-C5CD-C1ED2C6BFDB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30">
                  <a:extLst>
                    <a:ext uri="{FF2B5EF4-FFF2-40B4-BE49-F238E27FC236}">
                      <a16:creationId xmlns:a16="http://schemas.microsoft.com/office/drawing/2014/main" id="{B2D4F39F-E241-2969-4965-6940516FC5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6" name="Group 115">
                <a:extLst>
                  <a:ext uri="{FF2B5EF4-FFF2-40B4-BE49-F238E27FC236}">
                    <a16:creationId xmlns:a16="http://schemas.microsoft.com/office/drawing/2014/main" id="{38E667E2-23D6-06EC-B435-059EACC0489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7" name="Freeform: Shape 116">
                  <a:extLst>
                    <a:ext uri="{FF2B5EF4-FFF2-40B4-BE49-F238E27FC236}">
                      <a16:creationId xmlns:a16="http://schemas.microsoft.com/office/drawing/2014/main" id="{76B00091-7194-5945-8734-F08C954FA7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18" name="Freeform: Shape 117">
                  <a:extLst>
                    <a:ext uri="{FF2B5EF4-FFF2-40B4-BE49-F238E27FC236}">
                      <a16:creationId xmlns:a16="http://schemas.microsoft.com/office/drawing/2014/main" id="{BBC29BA4-16A3-1452-4146-20264C014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10" name="Group 109">
              <a:extLst>
                <a:ext uri="{FF2B5EF4-FFF2-40B4-BE49-F238E27FC236}">
                  <a16:creationId xmlns:a16="http://schemas.microsoft.com/office/drawing/2014/main" id="{6DEF5151-E1C8-79DA-AA94-F406CE561B04}"/>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11" name="Group 110">
                <a:extLst>
                  <a:ext uri="{FF2B5EF4-FFF2-40B4-BE49-F238E27FC236}">
                    <a16:creationId xmlns:a16="http://schemas.microsoft.com/office/drawing/2014/main" id="{A63FFA48-1F7E-5963-4AAD-A6E2C1D4B1A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3" name="Freeform 68">
                  <a:extLst>
                    <a:ext uri="{FF2B5EF4-FFF2-40B4-BE49-F238E27FC236}">
                      <a16:creationId xmlns:a16="http://schemas.microsoft.com/office/drawing/2014/main" id="{9B0AC0F7-48CE-DBC4-877B-C36BD9A0E2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4" name="Freeform 69">
                  <a:extLst>
                    <a:ext uri="{FF2B5EF4-FFF2-40B4-BE49-F238E27FC236}">
                      <a16:creationId xmlns:a16="http://schemas.microsoft.com/office/drawing/2014/main" id="{9CE55AA7-08FE-768A-DFEA-13EE468895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12" name="Line 70">
                <a:extLst>
                  <a:ext uri="{FF2B5EF4-FFF2-40B4-BE49-F238E27FC236}">
                    <a16:creationId xmlns:a16="http://schemas.microsoft.com/office/drawing/2014/main" id="{EE9CD552-7569-2A39-A082-9790C85B6AA4}"/>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cxnSp>
        <p:nvCxnSpPr>
          <p:cNvPr id="2" name="Straight Connector 1">
            <a:extLst>
              <a:ext uri="{FF2B5EF4-FFF2-40B4-BE49-F238E27FC236}">
                <a16:creationId xmlns:a16="http://schemas.microsoft.com/office/drawing/2014/main" id="{6F9AEDFC-F371-37C8-E0DA-7AAFA49CB821}"/>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3157636"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Date Placeholder 3">
            <a:extLst>
              <a:ext uri="{FF2B5EF4-FFF2-40B4-BE49-F238E27FC236}">
                <a16:creationId xmlns:a16="http://schemas.microsoft.com/office/drawing/2014/main" id="{0FD4A2EC-3D37-5ED6-3C9F-0CE19E6E5BD2}"/>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4" name="Footer Placeholder 6">
            <a:extLst>
              <a:ext uri="{FF2B5EF4-FFF2-40B4-BE49-F238E27FC236}">
                <a16:creationId xmlns:a16="http://schemas.microsoft.com/office/drawing/2014/main" id="{F4A13167-ABFC-A428-5DDD-7F6BAA8E98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5" name="Slide Number Placeholder 5">
            <a:extLst>
              <a:ext uri="{FF2B5EF4-FFF2-40B4-BE49-F238E27FC236}">
                <a16:creationId xmlns:a16="http://schemas.microsoft.com/office/drawing/2014/main" id="{FCEF8E96-D06F-D077-7044-401B18EE50E6}"/>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8486418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15290885-2BB2-6DEC-1F8F-AA5FF9F3F3B0}"/>
              </a:ext>
            </a:extLst>
          </p:cNvPr>
          <p:cNvSpPr>
            <a:spLocks noGrp="1"/>
          </p:cNvSpPr>
          <p:nvPr>
            <p:ph type="title" hasCustomPrompt="1"/>
          </p:nvPr>
        </p:nvSpPr>
        <p:spPr>
          <a:xfrm>
            <a:off x="568164" y="400049"/>
            <a:ext cx="11047042" cy="1185045"/>
          </a:xfrm>
        </p:spPr>
        <p:txBody>
          <a:bodyPr lIns="0">
            <a:normAutofit/>
          </a:bodyPr>
          <a:lstStyle>
            <a:lvl1pPr>
              <a:defRPr sz="3600"/>
            </a:lvl1pPr>
          </a:lstStyle>
          <a:p>
            <a:r>
              <a:rPr lang="en-US" dirty="0"/>
              <a:t>Click to add title</a:t>
            </a:r>
          </a:p>
        </p:txBody>
      </p:sp>
      <p:sp>
        <p:nvSpPr>
          <p:cNvPr id="8" name="Table Placeholder 7">
            <a:extLst>
              <a:ext uri="{FF2B5EF4-FFF2-40B4-BE49-F238E27FC236}">
                <a16:creationId xmlns:a16="http://schemas.microsoft.com/office/drawing/2014/main" id="{C06F9AAF-6332-F1FC-4AAC-EF9A6B867C25}"/>
              </a:ext>
            </a:extLst>
          </p:cNvPr>
          <p:cNvSpPr>
            <a:spLocks noGrp="1"/>
          </p:cNvSpPr>
          <p:nvPr>
            <p:ph type="tbl" sz="quarter" idx="10" hasCustomPrompt="1"/>
          </p:nvPr>
        </p:nvSpPr>
        <p:spPr>
          <a:xfrm>
            <a:off x="568324" y="2082801"/>
            <a:ext cx="11055511" cy="3856094"/>
          </a:xfrm>
        </p:spPr>
        <p:txBody>
          <a:bodyPr/>
          <a:lstStyle>
            <a:lvl1pPr>
              <a:defRPr/>
            </a:lvl1pPr>
          </a:lstStyle>
          <a:p>
            <a:r>
              <a:rPr lang="en-US" dirty="0"/>
              <a:t>Click to add table</a:t>
            </a:r>
          </a:p>
        </p:txBody>
      </p:sp>
      <p:cxnSp>
        <p:nvCxnSpPr>
          <p:cNvPr id="2" name="Straight Connector 1">
            <a:extLst>
              <a:ext uri="{FF2B5EF4-FFF2-40B4-BE49-F238E27FC236}">
                <a16:creationId xmlns:a16="http://schemas.microsoft.com/office/drawing/2014/main" id="{09F8C9F9-EE8B-8F0D-2DF6-5E4D272BD015}"/>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4"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A24BD84-5B1C-458E-6F04-4D0EB689EFAC}"/>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5" name="Footer Placeholder 6">
            <a:extLst>
              <a:ext uri="{FF2B5EF4-FFF2-40B4-BE49-F238E27FC236}">
                <a16:creationId xmlns:a16="http://schemas.microsoft.com/office/drawing/2014/main" id="{379A34A7-6D50-3F63-9153-F866AF62D8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D424B4E-13D0-A782-7ECD-A34870A98410}"/>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990280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7630301" y="533292"/>
            <a:ext cx="4132469" cy="2213542"/>
          </a:xfrm>
        </p:spPr>
        <p:txBody>
          <a:bodyPr>
            <a:noAutofit/>
          </a:bodyPr>
          <a:lstStyle>
            <a:lvl1pPr algn="ctr">
              <a:defRPr sz="3600"/>
            </a:lvl1pPr>
          </a:lstStyle>
          <a:p>
            <a:r>
              <a:rPr lang="en-US" dirty="0"/>
              <a:t>Click to add title</a:t>
            </a:r>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98061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oup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97" name="Group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5" name="Group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oup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87" name="Group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47" name="Group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oup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Straight Connector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6" name="Group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48" name="Group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oup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9" name="Group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50" name="Group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oup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152" name="Group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Straight Connector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nvGrpSpPr>
            <p:cNvPr id="96" name="Group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oup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38" name="Group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8" name="Group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oup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Straight Connector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7" name="Group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99" name="Group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oup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0" name="Group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1" name="Group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oup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103" name="Group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Straight Connector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sp>
        <p:nvSpPr>
          <p:cNvPr id="4" name="Content Placeholder 3">
            <a:extLst>
              <a:ext uri="{FF2B5EF4-FFF2-40B4-BE49-F238E27FC236}">
                <a16:creationId xmlns:a16="http://schemas.microsoft.com/office/drawing/2014/main" id="{8F8E5FA1-697B-6FB5-4F63-346DF5F17039}"/>
              </a:ext>
            </a:extLst>
          </p:cNvPr>
          <p:cNvSpPr>
            <a:spLocks noGrp="1"/>
          </p:cNvSpPr>
          <p:nvPr>
            <p:ph sz="quarter" idx="15" hasCustomPrompt="1"/>
          </p:nvPr>
        </p:nvSpPr>
        <p:spPr>
          <a:xfrm>
            <a:off x="7630067" y="3219450"/>
            <a:ext cx="4128934" cy="3092780"/>
          </a:xfrm>
        </p:spPr>
        <p:txBody>
          <a:bodyPr/>
          <a:lstStyle>
            <a:lvl1pPr marL="0" indent="0" algn="ctr">
              <a:buNone/>
              <a:defRPr lang="en-US" sz="2000" kern="1200" spc="50" dirty="0" smtClean="0">
                <a:solidFill>
                  <a:schemeClr val="tx1">
                    <a:alpha val="60000"/>
                  </a:schemeClr>
                </a:solidFill>
                <a:latin typeface="+mn-lt"/>
                <a:ea typeface="+mn-ea"/>
                <a:cs typeface="Calibri"/>
              </a:defRPr>
            </a:lvl1pPr>
            <a:lvl2pPr marL="360000" indent="0">
              <a:buNone/>
              <a:defRPr lang="en-US" sz="2000" kern="1200" spc="50" dirty="0" smtClean="0">
                <a:solidFill>
                  <a:schemeClr val="tx1">
                    <a:alpha val="60000"/>
                  </a:schemeClr>
                </a:solidFill>
                <a:latin typeface="+mn-lt"/>
                <a:ea typeface="+mn-ea"/>
                <a:cs typeface="Calibri"/>
              </a:defRPr>
            </a:lvl2pPr>
            <a:lvl3pPr marL="720000" indent="0">
              <a:buNone/>
              <a:defRPr lang="en-US" sz="2000" kern="1200" spc="50" dirty="0" smtClean="0">
                <a:solidFill>
                  <a:schemeClr val="tx1">
                    <a:alpha val="60000"/>
                  </a:schemeClr>
                </a:solidFill>
                <a:latin typeface="+mn-lt"/>
                <a:ea typeface="+mn-ea"/>
                <a:cs typeface="Calibri"/>
              </a:defRPr>
            </a:lvl3pPr>
            <a:lvl4pPr marL="1080000" indent="0">
              <a:buNone/>
              <a:defRPr lang="en-US" sz="2000" kern="1200" spc="50" dirty="0" smtClean="0">
                <a:solidFill>
                  <a:schemeClr val="tx1">
                    <a:alpha val="60000"/>
                  </a:schemeClr>
                </a:solidFill>
                <a:latin typeface="+mn-lt"/>
                <a:ea typeface="+mn-ea"/>
                <a:cs typeface="Calibri"/>
              </a:defRPr>
            </a:lvl4pPr>
            <a:lvl5pPr marL="1440000" indent="0">
              <a:buNone/>
              <a:defRPr lang="en-US" sz="2000" kern="1200" spc="50" dirty="0">
                <a:solidFill>
                  <a:schemeClr val="tx1">
                    <a:alpha val="60000"/>
                  </a:schemeClr>
                </a:solidFill>
                <a:latin typeface="+mn-lt"/>
                <a:ea typeface="+mn-ea"/>
                <a:cs typeface="Calibri"/>
              </a:defRPr>
            </a:lvl5pPr>
          </a:lstStyle>
          <a:p>
            <a:pPr lvl="0"/>
            <a:r>
              <a:rPr lang="en-US" dirty="0"/>
              <a:t>Click to add text</a:t>
            </a:r>
          </a:p>
        </p:txBody>
      </p:sp>
    </p:spTree>
    <p:extLst>
      <p:ext uri="{BB962C8B-B14F-4D97-AF65-F5344CB8AC3E}">
        <p14:creationId xmlns:p14="http://schemas.microsoft.com/office/powerpoint/2010/main" val="11894668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298564"/>
            <a:ext cx="4650901" cy="6260873"/>
          </a:xfrm>
        </p:spPr>
        <p:txBody>
          <a:bodyPr anchor="ctr">
            <a:noAutofit/>
          </a:bodyPr>
          <a:lstStyle>
            <a:lvl1pPr algn="ctr">
              <a:defRPr sz="6000"/>
            </a:lvl1pPr>
          </a:lstStyle>
          <a:p>
            <a:r>
              <a:rPr lang="en-US" dirty="0"/>
              <a:t>Click to add title</a:t>
            </a:r>
          </a:p>
        </p:txBody>
      </p:sp>
      <p:grpSp>
        <p:nvGrpSpPr>
          <p:cNvPr id="6" name="Group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422912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r>
              <a:rPr lang="en-US"/>
              <a:t>20XX</a:t>
            </a:r>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8199903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 id="2147483717" r:id="rId23"/>
    <p:sldLayoutId id="2147483672" r:id="rId24"/>
  </p:sldLayoutIdLst>
  <p:hf sldNum="0" hdr="0" ftr="0" dt="0"/>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2" orient="horz" pos="2160">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2" pos="3840">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p:txBody>
          <a:bodyPr>
            <a:noAutofit/>
          </a:bodyPr>
          <a:lstStyle/>
          <a:p>
            <a:r>
              <a:rPr lang="en-US" dirty="0"/>
              <a:t>Contract Monthly Claim System - PowerPoint Presentation Outline</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530307" y="78658"/>
            <a:ext cx="3389065" cy="3499611"/>
          </a:xfrm>
        </p:spPr>
        <p:txBody>
          <a:bodyPr wrap="square" anchor="b">
            <a:normAutofit fontScale="90000"/>
          </a:bodyPr>
          <a:lstStyle/>
          <a:p>
            <a:r>
              <a:rPr lang="en-US" b="1" dirty="0"/>
              <a:t>Contract Monthly Claim System</a:t>
            </a:r>
            <a:r>
              <a:rPr lang="en-US" dirty="0"/>
              <a:t> </a:t>
            </a:r>
            <a:r>
              <a:rPr lang="en-US" i="1" dirty="0"/>
              <a:t>Automated Web Application for Efficient Claim Management</a:t>
            </a:r>
            <a:endParaRPr lang="en-US" dirty="0"/>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sz="quarter" idx="15"/>
          </p:nvPr>
        </p:nvSpPr>
        <p:spPr>
          <a:xfrm>
            <a:off x="530307" y="3873910"/>
            <a:ext cx="3389065" cy="2371311"/>
          </a:xfrm>
        </p:spPr>
        <p:txBody>
          <a:bodyPr>
            <a:normAutofit/>
          </a:bodyPr>
          <a:lstStyle/>
          <a:p>
            <a:endParaRPr lang="en-US" dirty="0"/>
          </a:p>
        </p:txBody>
      </p:sp>
      <p:sp>
        <p:nvSpPr>
          <p:cNvPr id="5" name="Picture Placeholder 4">
            <a:extLst>
              <a:ext uri="{FF2B5EF4-FFF2-40B4-BE49-F238E27FC236}">
                <a16:creationId xmlns:a16="http://schemas.microsoft.com/office/drawing/2014/main" id="{66D27DF4-576C-4208-2BBA-2DF52497CB32}"/>
              </a:ext>
            </a:extLst>
          </p:cNvPr>
          <p:cNvSpPr>
            <a:spLocks noGrp="1"/>
          </p:cNvSpPr>
          <p:nvPr>
            <p:ph type="pic" sz="quarter" idx="14"/>
          </p:nvPr>
        </p:nvSpPr>
        <p:spPr/>
        <p:txBody>
          <a:bodyPr/>
          <a:lstStyle/>
          <a:p>
            <a:r>
              <a:rPr lang="en-US" dirty="0"/>
              <a:t> Nduduzo Jali</a:t>
            </a:r>
          </a:p>
          <a:p>
            <a:r>
              <a:rPr lang="en-US" dirty="0"/>
              <a:t> Module: PROG6212 POE </a:t>
            </a:r>
          </a:p>
          <a:p>
            <a:r>
              <a:rPr lang="en-US" dirty="0"/>
              <a:t>Institution: Rosebank College(Braam)</a:t>
            </a:r>
          </a:p>
          <a:p>
            <a:r>
              <a:rPr lang="en-US" dirty="0"/>
              <a:t> Date: 21November 2025</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p:txBody>
          <a:bodyPr anchor="ctr">
            <a:normAutofit/>
          </a:bodyPr>
          <a:lstStyle/>
          <a:p>
            <a:r>
              <a:rPr lang="en-US" b="1" dirty="0"/>
              <a:t>Project Overview</a:t>
            </a:r>
            <a:br>
              <a:rPr lang="en-US" b="1" dirty="0"/>
            </a:br>
            <a:r>
              <a:rPr lang="en-US" b="1" dirty="0"/>
              <a:t>What is the Contract Monthly Claim System?</a:t>
            </a:r>
            <a:br>
              <a:rPr lang="en-US" b="1" dirty="0"/>
            </a:br>
            <a:r>
              <a:rPr lang="en-US" b="1" dirty="0"/>
              <a:t>Purpose:</a:t>
            </a:r>
            <a:br>
              <a:rPr lang="en-US" dirty="0"/>
            </a:br>
            <a:endParaRPr lang="en-US" dirty="0"/>
          </a:p>
        </p:txBody>
      </p:sp>
      <p:sp>
        <p:nvSpPr>
          <p:cNvPr id="3" name="Picture Placeholder 2">
            <a:extLst>
              <a:ext uri="{FF2B5EF4-FFF2-40B4-BE49-F238E27FC236}">
                <a16:creationId xmlns:a16="http://schemas.microsoft.com/office/drawing/2014/main" id="{BB9970FF-E8BC-F2F7-5D3F-0463382B2142}"/>
              </a:ext>
            </a:extLst>
          </p:cNvPr>
          <p:cNvSpPr>
            <a:spLocks noGrp="1"/>
          </p:cNvSpPr>
          <p:nvPr>
            <p:ph type="pic" sz="quarter" idx="13"/>
          </p:nvPr>
        </p:nvSpPr>
        <p:spPr/>
        <p:txBody>
          <a:bodyPr/>
          <a:lstStyle/>
          <a:p>
            <a:r>
              <a:rPr lang="en-US" dirty="0"/>
              <a:t>Streamline the monthly claim submission and approval process</a:t>
            </a:r>
          </a:p>
          <a:p>
            <a:r>
              <a:rPr lang="en-US" dirty="0"/>
              <a:t>Automate calculations and reduce manual errors</a:t>
            </a:r>
          </a:p>
          <a:p>
            <a:r>
              <a:rPr lang="en-US" dirty="0"/>
              <a:t>Provide role-based access for different stakeholders</a:t>
            </a:r>
          </a:p>
          <a:p>
            <a:r>
              <a:rPr lang="en-US" dirty="0"/>
              <a:t>Generate automated invoices and reports</a:t>
            </a:r>
          </a:p>
          <a:p>
            <a:r>
              <a:rPr lang="en-US" b="1" dirty="0"/>
              <a:t>Target Users:</a:t>
            </a:r>
            <a:endParaRPr lang="en-US" dirty="0"/>
          </a:p>
          <a:p>
            <a:r>
              <a:rPr lang="en-US" dirty="0"/>
              <a:t>Lecturers (Contract Staff)</a:t>
            </a:r>
          </a:p>
          <a:p>
            <a:r>
              <a:rPr lang="en-US" dirty="0" err="1"/>
              <a:t>Programme</a:t>
            </a:r>
            <a:r>
              <a:rPr lang="en-US" dirty="0"/>
              <a:t> Coordinators</a:t>
            </a:r>
          </a:p>
          <a:p>
            <a:r>
              <a:rPr lang="en-US" dirty="0"/>
              <a:t>Academic Managers</a:t>
            </a:r>
          </a:p>
          <a:p>
            <a:r>
              <a:rPr lang="en-US" dirty="0"/>
              <a:t>HR Personnel</a:t>
            </a:r>
          </a:p>
          <a:p>
            <a:endParaRPr lang="en-US" dirty="0"/>
          </a:p>
        </p:txBody>
      </p:sp>
    </p:spTree>
    <p:extLst>
      <p:ext uri="{BB962C8B-B14F-4D97-AF65-F5344CB8AC3E}">
        <p14:creationId xmlns:p14="http://schemas.microsoft.com/office/powerpoint/2010/main" val="811730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p:txBody>
          <a:bodyPr>
            <a:normAutofit/>
          </a:bodyPr>
          <a:lstStyle/>
          <a:p>
            <a:r>
              <a:rPr lang="en-US" dirty="0"/>
              <a:t>System Architecture</a:t>
            </a:r>
          </a:p>
        </p:txBody>
      </p:sp>
      <p:sp>
        <p:nvSpPr>
          <p:cNvPr id="8" name="Subtitle 7">
            <a:extLst>
              <a:ext uri="{FF2B5EF4-FFF2-40B4-BE49-F238E27FC236}">
                <a16:creationId xmlns:a16="http://schemas.microsoft.com/office/drawing/2014/main" id="{2C602EC3-0115-4FB6-BAA7-BCA17E611651}"/>
              </a:ext>
            </a:extLst>
          </p:cNvPr>
          <p:cNvSpPr>
            <a:spLocks noGrp="1"/>
          </p:cNvSpPr>
          <p:nvPr>
            <p:ph type="subTitle" idx="1"/>
          </p:nvPr>
        </p:nvSpPr>
        <p:spPr/>
        <p:txBody>
          <a:bodyPr anchor="t">
            <a:normAutofit/>
          </a:bodyPr>
          <a:lstStyle/>
          <a:p>
            <a:r>
              <a:rPr lang="en-US" b="1" dirty="0"/>
              <a:t>Technology Stack</a:t>
            </a:r>
          </a:p>
          <a:p>
            <a:r>
              <a:rPr lang="en-US" b="1" dirty="0"/>
              <a:t>Backend:</a:t>
            </a:r>
            <a:endParaRPr lang="en-US" dirty="0"/>
          </a:p>
          <a:p>
            <a:endParaRPr lang="en-US" dirty="0"/>
          </a:p>
        </p:txBody>
      </p:sp>
      <p:sp>
        <p:nvSpPr>
          <p:cNvPr id="3" name="Picture Placeholder 2">
            <a:extLst>
              <a:ext uri="{FF2B5EF4-FFF2-40B4-BE49-F238E27FC236}">
                <a16:creationId xmlns:a16="http://schemas.microsoft.com/office/drawing/2014/main" id="{7F496C2A-F20C-4BFD-CFDC-50C6C2949B7C}"/>
              </a:ext>
            </a:extLst>
          </p:cNvPr>
          <p:cNvSpPr>
            <a:spLocks noGrp="1"/>
          </p:cNvSpPr>
          <p:nvPr>
            <p:ph type="pic" sz="quarter" idx="13"/>
          </p:nvPr>
        </p:nvSpPr>
        <p:spPr/>
        <p:txBody>
          <a:bodyPr>
            <a:normAutofit lnSpcReduction="10000"/>
          </a:bodyPr>
          <a:lstStyle/>
          <a:p>
            <a:r>
              <a:rPr lang="en-US" dirty="0"/>
              <a:t>ASP.NET Core MVC 6.0</a:t>
            </a:r>
          </a:p>
          <a:p>
            <a:r>
              <a:rPr lang="en-US" dirty="0"/>
              <a:t>Entity Framework Core</a:t>
            </a:r>
          </a:p>
          <a:p>
            <a:r>
              <a:rPr lang="en-US" dirty="0"/>
              <a:t>ASP.NET Identity (Authentication &amp; Authorization)</a:t>
            </a:r>
          </a:p>
          <a:p>
            <a:r>
              <a:rPr lang="en-US" dirty="0"/>
              <a:t>SQL Server Database</a:t>
            </a:r>
          </a:p>
          <a:p>
            <a:r>
              <a:rPr lang="en-US" b="1" dirty="0"/>
              <a:t>Frontend:</a:t>
            </a:r>
            <a:endParaRPr lang="en-US" dirty="0"/>
          </a:p>
          <a:p>
            <a:r>
              <a:rPr lang="en-US" dirty="0"/>
              <a:t>Razor Pages</a:t>
            </a:r>
          </a:p>
          <a:p>
            <a:r>
              <a:rPr lang="en-US" dirty="0"/>
              <a:t>Bootstrap 5</a:t>
            </a:r>
          </a:p>
          <a:p>
            <a:r>
              <a:rPr lang="en-US" dirty="0"/>
              <a:t>jQuery for client-side validation</a:t>
            </a:r>
          </a:p>
          <a:p>
            <a:r>
              <a:rPr lang="en-US" dirty="0"/>
              <a:t>Font Awesome Icons</a:t>
            </a:r>
          </a:p>
          <a:p>
            <a:r>
              <a:rPr lang="en-US" b="1" dirty="0"/>
              <a:t>Additional Tools:</a:t>
            </a:r>
            <a:endParaRPr lang="en-US" dirty="0"/>
          </a:p>
          <a:p>
            <a:r>
              <a:rPr lang="en-US" dirty="0"/>
              <a:t>iTextSharp for PDF generation</a:t>
            </a:r>
          </a:p>
          <a:p>
            <a:r>
              <a:rPr lang="en-US" dirty="0"/>
              <a:t>LINQ for data queries</a:t>
            </a:r>
          </a:p>
          <a:p>
            <a:endParaRPr lang="en-US" dirty="0"/>
          </a:p>
        </p:txBody>
      </p:sp>
    </p:spTree>
    <p:extLst>
      <p:ext uri="{BB962C8B-B14F-4D97-AF65-F5344CB8AC3E}">
        <p14:creationId xmlns:p14="http://schemas.microsoft.com/office/powerpoint/2010/main" val="1634421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D291F2-4F3B-9988-830C-3A03B6B27807}"/>
              </a:ext>
            </a:extLst>
          </p:cNvPr>
          <p:cNvSpPr>
            <a:spLocks noGrp="1"/>
          </p:cNvSpPr>
          <p:nvPr>
            <p:ph type="title"/>
          </p:nvPr>
        </p:nvSpPr>
        <p:spPr/>
        <p:txBody>
          <a:bodyPr>
            <a:normAutofit/>
          </a:bodyPr>
          <a:lstStyle/>
          <a:p>
            <a:r>
              <a:rPr lang="en-US" dirty="0"/>
              <a:t>Database Design</a:t>
            </a:r>
          </a:p>
        </p:txBody>
      </p:sp>
      <p:sp>
        <p:nvSpPr>
          <p:cNvPr id="2" name="Content Placeholder 1">
            <a:extLst>
              <a:ext uri="{FF2B5EF4-FFF2-40B4-BE49-F238E27FC236}">
                <a16:creationId xmlns:a16="http://schemas.microsoft.com/office/drawing/2014/main" id="{C3957EAB-1A32-A2FE-6656-37F9DA322CC7}"/>
              </a:ext>
            </a:extLst>
          </p:cNvPr>
          <p:cNvSpPr>
            <a:spLocks noGrp="1"/>
          </p:cNvSpPr>
          <p:nvPr>
            <p:ph idx="10"/>
          </p:nvPr>
        </p:nvSpPr>
        <p:spPr/>
        <p:txBody>
          <a:bodyPr>
            <a:normAutofit fontScale="47500" lnSpcReduction="20000"/>
          </a:bodyPr>
          <a:lstStyle/>
          <a:p>
            <a:pPr marL="0" indent="0">
              <a:buNone/>
            </a:pPr>
            <a:endParaRPr lang="en-US" sz="2200" b="1" dirty="0"/>
          </a:p>
          <a:p>
            <a:r>
              <a:rPr lang="en-US" sz="2200" b="1" dirty="0"/>
              <a:t>Entity Relationship Overview</a:t>
            </a:r>
          </a:p>
          <a:p>
            <a:r>
              <a:rPr lang="en-US" sz="2200" b="1" dirty="0"/>
              <a:t>Core Entities:</a:t>
            </a:r>
            <a:endParaRPr lang="en-US" sz="2200" dirty="0"/>
          </a:p>
          <a:p>
            <a:r>
              <a:rPr lang="en-US" sz="2200" b="1" dirty="0"/>
              <a:t>Users</a:t>
            </a:r>
            <a:r>
              <a:rPr lang="en-US" sz="2200" dirty="0"/>
              <a:t> - Authentication and user profiles</a:t>
            </a:r>
          </a:p>
          <a:p>
            <a:r>
              <a:rPr lang="en-US" sz="2200" b="1" dirty="0"/>
              <a:t>Lecturers</a:t>
            </a:r>
            <a:r>
              <a:rPr lang="en-US" sz="2200" dirty="0"/>
              <a:t> - Detailed lecturer information</a:t>
            </a:r>
          </a:p>
          <a:p>
            <a:r>
              <a:rPr lang="en-US" sz="2200" b="1" dirty="0"/>
              <a:t>Claims</a:t>
            </a:r>
            <a:r>
              <a:rPr lang="en-US" sz="2200" dirty="0"/>
              <a:t> - Monthly claim submissions</a:t>
            </a:r>
          </a:p>
          <a:p>
            <a:r>
              <a:rPr lang="en-US" sz="2200" b="1" dirty="0" err="1"/>
              <a:t>ClaimApprovals</a:t>
            </a:r>
            <a:r>
              <a:rPr lang="en-US" sz="2200" dirty="0"/>
              <a:t> - Approval workflow tracking</a:t>
            </a:r>
          </a:p>
          <a:p>
            <a:r>
              <a:rPr lang="en-US" sz="2200" b="1" dirty="0"/>
              <a:t>Invoices</a:t>
            </a:r>
            <a:r>
              <a:rPr lang="en-US" sz="2200" dirty="0"/>
              <a:t> - Auto-generated payment documents</a:t>
            </a:r>
          </a:p>
          <a:p>
            <a:r>
              <a:rPr lang="en-US" sz="2200" b="1" dirty="0" err="1"/>
              <a:t>SupportingDocuments</a:t>
            </a:r>
            <a:r>
              <a:rPr lang="en-US" sz="2200" dirty="0"/>
              <a:t> - File attachments</a:t>
            </a:r>
          </a:p>
          <a:p>
            <a:r>
              <a:rPr lang="en-US" sz="2200" b="1" dirty="0" err="1"/>
              <a:t>AuditLogs</a:t>
            </a:r>
            <a:r>
              <a:rPr lang="en-US" sz="2200" dirty="0"/>
              <a:t> - System activity tracking</a:t>
            </a:r>
          </a:p>
          <a:p>
            <a:r>
              <a:rPr lang="en-US" sz="2200" b="1" dirty="0"/>
              <a:t>Key Relationships:</a:t>
            </a:r>
            <a:endParaRPr lang="en-US" sz="2200" dirty="0"/>
          </a:p>
          <a:p>
            <a:r>
              <a:rPr lang="en-US" sz="2200" dirty="0"/>
              <a:t>One-to-Many: Lecturer → Claims</a:t>
            </a:r>
          </a:p>
          <a:p>
            <a:r>
              <a:rPr lang="en-US" sz="2200" dirty="0"/>
              <a:t>One-to-Many: Claim → </a:t>
            </a:r>
            <a:r>
              <a:rPr lang="en-US" sz="2200" dirty="0" err="1"/>
              <a:t>ClaimApprovals</a:t>
            </a:r>
            <a:endParaRPr lang="en-US" sz="2200" dirty="0"/>
          </a:p>
          <a:p>
            <a:r>
              <a:rPr lang="en-US" sz="2200" dirty="0"/>
              <a:t>One-to-One: Claim → Invoice</a:t>
            </a:r>
          </a:p>
          <a:p>
            <a:endParaRPr lang="en-US" dirty="0"/>
          </a:p>
        </p:txBody>
      </p:sp>
    </p:spTree>
    <p:extLst>
      <p:ext uri="{BB962C8B-B14F-4D97-AF65-F5344CB8AC3E}">
        <p14:creationId xmlns:p14="http://schemas.microsoft.com/office/powerpoint/2010/main" val="1944867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a:xfrm>
            <a:off x="2968408" y="1187450"/>
            <a:ext cx="6303411" cy="4810227"/>
          </a:xfrm>
        </p:spPr>
        <p:txBody>
          <a:bodyPr anchor="b">
            <a:normAutofit/>
          </a:bodyPr>
          <a:lstStyle/>
          <a:p>
            <a:r>
              <a:rPr lang="en-US" sz="2000" b="1" dirty="0"/>
              <a:t>Lecturer View - Features</a:t>
            </a:r>
            <a:br>
              <a:rPr lang="en-US" sz="2000" b="1" dirty="0"/>
            </a:br>
            <a:r>
              <a:rPr lang="en-US" sz="2000" b="1" dirty="0"/>
              <a:t>Claim Submission Made Easy</a:t>
            </a:r>
            <a:br>
              <a:rPr lang="en-US" sz="2000" b="1" dirty="0"/>
            </a:br>
            <a:r>
              <a:rPr lang="en-US" sz="2000" b="1" dirty="0"/>
              <a:t>Automated Features:</a:t>
            </a:r>
            <a:r>
              <a:rPr lang="en-US" sz="2000" dirty="0"/>
              <a:t> ✓ </a:t>
            </a:r>
            <a:r>
              <a:rPr lang="en-US" sz="2000" b="1" dirty="0"/>
              <a:t>Auto-Calculation:</a:t>
            </a:r>
            <a:r>
              <a:rPr lang="en-US" sz="2000" dirty="0"/>
              <a:t> Total amount = Hours Worked × Hourly Rate ✓ </a:t>
            </a:r>
            <a:r>
              <a:rPr lang="en-US" sz="2000" b="1" dirty="0"/>
              <a:t>Real-time Validation:</a:t>
            </a:r>
            <a:r>
              <a:rPr lang="en-US" sz="2000" dirty="0"/>
              <a:t> Ensures data accuracy before submission ✓ </a:t>
            </a:r>
            <a:r>
              <a:rPr lang="en-US" sz="2000" b="1" dirty="0"/>
              <a:t>Document Upload:</a:t>
            </a:r>
            <a:r>
              <a:rPr lang="en-US" sz="2000" dirty="0"/>
              <a:t> Support for PDF, images, and documents ✓ </a:t>
            </a:r>
            <a:r>
              <a:rPr lang="en-US" sz="2000" b="1" dirty="0"/>
              <a:t>Claim History:</a:t>
            </a:r>
            <a:r>
              <a:rPr lang="en-US" sz="2000" dirty="0"/>
              <a:t> View all past submissions and statuses</a:t>
            </a:r>
            <a:br>
              <a:rPr lang="en-US" sz="2000" dirty="0"/>
            </a:br>
            <a:r>
              <a:rPr lang="en-US" sz="2000" b="1" dirty="0"/>
              <a:t>Validation Rules:</a:t>
            </a:r>
            <a:br>
              <a:rPr lang="en-US" sz="2000" dirty="0"/>
            </a:br>
            <a:r>
              <a:rPr lang="en-US" sz="2000" dirty="0"/>
              <a:t>Hours worked: 0.01 - 744 hours (max hours in a month)</a:t>
            </a:r>
            <a:br>
              <a:rPr lang="en-US" sz="2000" dirty="0"/>
            </a:br>
            <a:r>
              <a:rPr lang="en-US" sz="2000" dirty="0"/>
              <a:t>Automatic duplicate detection</a:t>
            </a:r>
            <a:br>
              <a:rPr lang="en-US" sz="2000" dirty="0"/>
            </a:br>
            <a:r>
              <a:rPr lang="en-US" sz="2000" dirty="0"/>
              <a:t>Cannot submit claims for future months</a:t>
            </a:r>
            <a:br>
              <a:rPr lang="en-US" sz="2000" dirty="0"/>
            </a:br>
            <a:r>
              <a:rPr lang="en-US" sz="2000" dirty="0"/>
              <a:t>Claims older than 6 months are rejected</a:t>
            </a:r>
            <a:br>
              <a:rPr lang="en-US" dirty="0"/>
            </a:br>
            <a:endParaRPr lang="en-US" dirty="0"/>
          </a:p>
        </p:txBody>
      </p:sp>
      <p:sp>
        <p:nvSpPr>
          <p:cNvPr id="8" name="Subtitle 7">
            <a:extLst>
              <a:ext uri="{FF2B5EF4-FFF2-40B4-BE49-F238E27FC236}">
                <a16:creationId xmlns:a16="http://schemas.microsoft.com/office/drawing/2014/main" id="{2C602EC3-0115-4FB6-BAA7-BCA17E611651}"/>
              </a:ext>
            </a:extLst>
          </p:cNvPr>
          <p:cNvSpPr>
            <a:spLocks noGrp="1"/>
          </p:cNvSpPr>
          <p:nvPr>
            <p:ph sz="quarter" idx="10"/>
          </p:nvPr>
        </p:nvSpPr>
        <p:spPr>
          <a:xfrm>
            <a:off x="2286000" y="6151268"/>
            <a:ext cx="7497097" cy="45719"/>
          </a:xfrm>
        </p:spPr>
        <p:txBody>
          <a:bodyPr>
            <a:normAutofit fontScale="25000" lnSpcReduction="20000"/>
          </a:bodyPr>
          <a:lstStyle/>
          <a:p>
            <a:endParaRPr lang="en-US" dirty="0"/>
          </a:p>
        </p:txBody>
      </p:sp>
    </p:spTree>
    <p:extLst>
      <p:ext uri="{BB962C8B-B14F-4D97-AF65-F5344CB8AC3E}">
        <p14:creationId xmlns:p14="http://schemas.microsoft.com/office/powerpoint/2010/main" val="2359185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7F9A0-D364-C129-711E-DB39F65EEDBD}"/>
              </a:ext>
            </a:extLst>
          </p:cNvPr>
          <p:cNvSpPr>
            <a:spLocks noGrp="1"/>
          </p:cNvSpPr>
          <p:nvPr>
            <p:ph type="title"/>
          </p:nvPr>
        </p:nvSpPr>
        <p:spPr/>
        <p:txBody>
          <a:bodyPr/>
          <a:lstStyle/>
          <a:p>
            <a:r>
              <a:rPr lang="en-US" dirty="0"/>
              <a:t>Coordinator/Manager View   </a:t>
            </a:r>
          </a:p>
        </p:txBody>
      </p:sp>
      <p:sp>
        <p:nvSpPr>
          <p:cNvPr id="12" name="Content Placeholder 11">
            <a:extLst>
              <a:ext uri="{FF2B5EF4-FFF2-40B4-BE49-F238E27FC236}">
                <a16:creationId xmlns:a16="http://schemas.microsoft.com/office/drawing/2014/main" id="{09A860AE-836A-6B3C-D663-F6B253827540}"/>
              </a:ext>
            </a:extLst>
          </p:cNvPr>
          <p:cNvSpPr>
            <a:spLocks noGrp="1"/>
          </p:cNvSpPr>
          <p:nvPr>
            <p:ph sz="half" idx="12"/>
          </p:nvPr>
        </p:nvSpPr>
        <p:spPr/>
        <p:txBody>
          <a:bodyPr>
            <a:normAutofit/>
          </a:bodyPr>
          <a:lstStyle/>
          <a:p>
            <a:r>
              <a:rPr lang="en-US" dirty="0"/>
              <a:t>Efficient Claim Verification</a:t>
            </a:r>
          </a:p>
          <a:p>
            <a:r>
              <a:rPr lang="en-US" b="1" dirty="0"/>
              <a:t>Automation Features:</a:t>
            </a:r>
            <a:r>
              <a:rPr lang="en-US" dirty="0"/>
              <a:t> ✓ </a:t>
            </a:r>
            <a:r>
              <a:rPr lang="en-US" b="1" dirty="0"/>
              <a:t>Automated Verification:</a:t>
            </a:r>
            <a:r>
              <a:rPr lang="en-US" dirty="0"/>
              <a:t> Claims checked against predefined criteria ✓ </a:t>
            </a:r>
            <a:r>
              <a:rPr lang="en-US" b="1" dirty="0"/>
              <a:t>Approval Workflows:</a:t>
            </a:r>
            <a:r>
              <a:rPr lang="en-US" dirty="0"/>
              <a:t> Streamlined review process ✓ </a:t>
            </a:r>
            <a:r>
              <a:rPr lang="en-US" b="1" dirty="0"/>
              <a:t>Batch Processing:</a:t>
            </a:r>
            <a:r>
              <a:rPr lang="en-US" dirty="0"/>
              <a:t> Handle multiple claims efficiently ✓ </a:t>
            </a:r>
            <a:r>
              <a:rPr lang="en-US" b="1" dirty="0"/>
              <a:t>Comment System:</a:t>
            </a:r>
            <a:r>
              <a:rPr lang="en-US" dirty="0"/>
              <a:t> Provide feedback to lecturers</a:t>
            </a:r>
          </a:p>
        </p:txBody>
      </p:sp>
      <p:sp>
        <p:nvSpPr>
          <p:cNvPr id="13" name="Content Placeholder 12">
            <a:extLst>
              <a:ext uri="{FF2B5EF4-FFF2-40B4-BE49-F238E27FC236}">
                <a16:creationId xmlns:a16="http://schemas.microsoft.com/office/drawing/2014/main" id="{2BFE84A7-25EF-3EAC-827F-0F82AD57DF50}"/>
              </a:ext>
            </a:extLst>
          </p:cNvPr>
          <p:cNvSpPr>
            <a:spLocks noGrp="1"/>
          </p:cNvSpPr>
          <p:nvPr>
            <p:ph sz="half" idx="13"/>
          </p:nvPr>
        </p:nvSpPr>
        <p:spPr/>
        <p:txBody>
          <a:bodyPr>
            <a:normAutofit/>
          </a:bodyPr>
          <a:lstStyle/>
          <a:p>
            <a:r>
              <a:rPr lang="en-US" b="1" dirty="0"/>
              <a:t>Verification Criteria:</a:t>
            </a:r>
            <a:endParaRPr lang="en-US" dirty="0"/>
          </a:p>
          <a:p>
            <a:r>
              <a:rPr lang="en-US" dirty="0"/>
              <a:t>Hours worked within acceptable range</a:t>
            </a:r>
          </a:p>
          <a:p>
            <a:r>
              <a:rPr lang="en-US" dirty="0"/>
              <a:t>Hourly rate matches lecturer profile</a:t>
            </a:r>
          </a:p>
          <a:p>
            <a:r>
              <a:rPr lang="en-US" dirty="0"/>
              <a:t>Supporting documents provided</a:t>
            </a:r>
          </a:p>
          <a:p>
            <a:r>
              <a:rPr lang="en-US" dirty="0"/>
              <a:t>No duplicate submissions</a:t>
            </a:r>
          </a:p>
          <a:p>
            <a:r>
              <a:rPr lang="en-US" dirty="0"/>
              <a:t>Compliance with system policies</a:t>
            </a:r>
          </a:p>
          <a:p>
            <a:endParaRPr lang="en-US" dirty="0"/>
          </a:p>
        </p:txBody>
      </p:sp>
    </p:spTree>
    <p:extLst>
      <p:ext uri="{BB962C8B-B14F-4D97-AF65-F5344CB8AC3E}">
        <p14:creationId xmlns:p14="http://schemas.microsoft.com/office/powerpoint/2010/main" val="2723865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25A52-EB72-8381-9004-15EFA08A1549}"/>
              </a:ext>
            </a:extLst>
          </p:cNvPr>
          <p:cNvSpPr>
            <a:spLocks noGrp="1"/>
          </p:cNvSpPr>
          <p:nvPr>
            <p:ph type="title"/>
          </p:nvPr>
        </p:nvSpPr>
        <p:spPr>
          <a:xfrm>
            <a:off x="3890507" y="395289"/>
            <a:ext cx="7687131" cy="1189806"/>
          </a:xfrm>
        </p:spPr>
        <p:txBody>
          <a:bodyPr/>
          <a:lstStyle/>
          <a:p>
            <a:r>
              <a:rPr lang="en-US" dirty="0"/>
              <a:t>Approval Workflow  </a:t>
            </a:r>
          </a:p>
        </p:txBody>
      </p:sp>
      <p:sp>
        <p:nvSpPr>
          <p:cNvPr id="3" name="Content Placeholder 2">
            <a:extLst>
              <a:ext uri="{FF2B5EF4-FFF2-40B4-BE49-F238E27FC236}">
                <a16:creationId xmlns:a16="http://schemas.microsoft.com/office/drawing/2014/main" id="{66377FFE-5575-F589-0B25-1907543616B3}"/>
              </a:ext>
            </a:extLst>
          </p:cNvPr>
          <p:cNvSpPr>
            <a:spLocks noGrp="1"/>
          </p:cNvSpPr>
          <p:nvPr>
            <p:ph sz="half" idx="1"/>
          </p:nvPr>
        </p:nvSpPr>
        <p:spPr/>
        <p:txBody>
          <a:bodyPr>
            <a:normAutofit fontScale="85000" lnSpcReduction="20000"/>
          </a:bodyPr>
          <a:lstStyle/>
          <a:p>
            <a:r>
              <a:rPr lang="en-US" b="1" dirty="0"/>
              <a:t>Step-by-Step Process</a:t>
            </a:r>
          </a:p>
          <a:p>
            <a:r>
              <a:rPr lang="en-US" b="1" dirty="0"/>
              <a:t>Workflow Stages:</a:t>
            </a:r>
            <a:endParaRPr lang="en-US" dirty="0"/>
          </a:p>
          <a:p>
            <a:r>
              <a:rPr lang="en-US" b="1" dirty="0"/>
              <a:t>Claim Submission</a:t>
            </a:r>
            <a:r>
              <a:rPr lang="en-US" dirty="0"/>
              <a:t> (Lecturer) </a:t>
            </a:r>
          </a:p>
          <a:p>
            <a:pPr lvl="1"/>
            <a:r>
              <a:rPr lang="en-US" dirty="0"/>
              <a:t>Auto-validated and saved as "Pending"</a:t>
            </a:r>
          </a:p>
          <a:p>
            <a:r>
              <a:rPr lang="en-US" b="1" dirty="0" err="1"/>
              <a:t>Programme</a:t>
            </a:r>
            <a:r>
              <a:rPr lang="en-US" b="1" dirty="0"/>
              <a:t> Coordinator Review</a:t>
            </a:r>
            <a:r>
              <a:rPr lang="en-US" dirty="0"/>
              <a:t> </a:t>
            </a:r>
          </a:p>
          <a:p>
            <a:pPr lvl="1"/>
            <a:r>
              <a:rPr lang="en-US" dirty="0"/>
              <a:t>Verify hours and supporting documents</a:t>
            </a:r>
          </a:p>
          <a:p>
            <a:pPr lvl="1"/>
            <a:r>
              <a:rPr lang="en-US" dirty="0"/>
              <a:t>Approve or Reject with comments</a:t>
            </a:r>
          </a:p>
          <a:p>
            <a:endParaRPr lang="en-US" dirty="0"/>
          </a:p>
        </p:txBody>
      </p:sp>
      <p:sp>
        <p:nvSpPr>
          <p:cNvPr id="4" name="Content Placeholder 3">
            <a:extLst>
              <a:ext uri="{FF2B5EF4-FFF2-40B4-BE49-F238E27FC236}">
                <a16:creationId xmlns:a16="http://schemas.microsoft.com/office/drawing/2014/main" id="{4F5F9818-7589-51E7-9F61-CDE1B7A6B271}"/>
              </a:ext>
            </a:extLst>
          </p:cNvPr>
          <p:cNvSpPr>
            <a:spLocks noGrp="1"/>
          </p:cNvSpPr>
          <p:nvPr>
            <p:ph sz="half" idx="13"/>
          </p:nvPr>
        </p:nvSpPr>
        <p:spPr>
          <a:xfrm>
            <a:off x="6815138" y="1997075"/>
            <a:ext cx="4857750" cy="4232275"/>
          </a:xfrm>
        </p:spPr>
        <p:txBody>
          <a:bodyPr>
            <a:normAutofit/>
          </a:bodyPr>
          <a:lstStyle/>
          <a:p>
            <a:r>
              <a:rPr lang="en-US" b="1" dirty="0"/>
              <a:t>Academic Manager Approval</a:t>
            </a:r>
            <a:r>
              <a:rPr lang="en-US" dirty="0"/>
              <a:t> </a:t>
            </a:r>
          </a:p>
          <a:p>
            <a:pPr lvl="1"/>
            <a:r>
              <a:rPr lang="en-US" dirty="0"/>
              <a:t>Final verification</a:t>
            </a:r>
          </a:p>
          <a:p>
            <a:pPr lvl="1"/>
            <a:r>
              <a:rPr lang="en-US" dirty="0"/>
              <a:t>Approve or Reject with comments</a:t>
            </a:r>
          </a:p>
          <a:p>
            <a:r>
              <a:rPr lang="en-US" b="1" dirty="0"/>
              <a:t>HR Processing</a:t>
            </a:r>
            <a:r>
              <a:rPr lang="en-US" dirty="0"/>
              <a:t> </a:t>
            </a:r>
          </a:p>
          <a:p>
            <a:pPr lvl="1"/>
            <a:r>
              <a:rPr lang="en-US" dirty="0"/>
              <a:t>Generate invoice</a:t>
            </a:r>
          </a:p>
          <a:p>
            <a:pPr lvl="1"/>
            <a:r>
              <a:rPr lang="en-US" dirty="0"/>
              <a:t>Process payment</a:t>
            </a:r>
          </a:p>
          <a:p>
            <a:pPr lvl="1"/>
            <a:r>
              <a:rPr lang="en-US" dirty="0"/>
              <a:t>Mark as "Processed"</a:t>
            </a:r>
          </a:p>
          <a:p>
            <a:r>
              <a:rPr lang="en-US" b="1" dirty="0"/>
              <a:t>Status Tracking:</a:t>
            </a:r>
            <a:r>
              <a:rPr lang="en-US" dirty="0"/>
              <a:t> Each stage is logged with timestamp and approver details</a:t>
            </a:r>
          </a:p>
          <a:p>
            <a:endParaRPr lang="en-US" dirty="0"/>
          </a:p>
        </p:txBody>
      </p:sp>
    </p:spTree>
    <p:extLst>
      <p:ext uri="{BB962C8B-B14F-4D97-AF65-F5344CB8AC3E}">
        <p14:creationId xmlns:p14="http://schemas.microsoft.com/office/powerpoint/2010/main" val="3284616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p:txBody>
          <a:bodyPr wrap="square" anchor="b">
            <a:normAutofit/>
          </a:bodyPr>
          <a:lstStyle/>
          <a:p>
            <a:r>
              <a:rPr lang="en-US" dirty="0"/>
              <a:t>HR View - Automation </a:t>
            </a:r>
          </a:p>
        </p:txBody>
      </p:sp>
      <p:pic>
        <p:nvPicPr>
          <p:cNvPr id="10" name="Picture Placeholder 9" descr="Close-up of a snow covered road">
            <a:extLst>
              <a:ext uri="{FF2B5EF4-FFF2-40B4-BE49-F238E27FC236}">
                <a16:creationId xmlns:a16="http://schemas.microsoft.com/office/drawing/2014/main" id="{1A068317-699A-4C96-BD22-58E7B50ADDE8}"/>
              </a:ext>
            </a:extLst>
          </p:cNvPr>
          <p:cNvPicPr>
            <a:picLocks noGrp="1" noChangeAspect="1"/>
          </p:cNvPicPr>
          <p:nvPr>
            <p:ph type="pic" sz="quarter" idx="14"/>
          </p:nvPr>
        </p:nvPicPr>
        <p:blipFill>
          <a:blip r:embed="rId3"/>
          <a:srcRect l="33364" r="33364"/>
          <a:stretch/>
        </p:blipFill>
        <p:spPr/>
      </p:pic>
      <p:sp>
        <p:nvSpPr>
          <p:cNvPr id="3" name="Content Placeholder 2">
            <a:extLst>
              <a:ext uri="{FF2B5EF4-FFF2-40B4-BE49-F238E27FC236}">
                <a16:creationId xmlns:a16="http://schemas.microsoft.com/office/drawing/2014/main" id="{7B943E7C-A74D-4CB3-844B-51917C88C95F}"/>
              </a:ext>
            </a:extLst>
          </p:cNvPr>
          <p:cNvSpPr>
            <a:spLocks noGrp="1"/>
          </p:cNvSpPr>
          <p:nvPr>
            <p:ph idx="10"/>
          </p:nvPr>
        </p:nvSpPr>
        <p:spPr>
          <a:ln>
            <a:noFill/>
          </a:ln>
        </p:spPr>
        <p:txBody>
          <a:bodyPr>
            <a:normAutofit fontScale="85000" lnSpcReduction="10000"/>
          </a:bodyPr>
          <a:lstStyle/>
          <a:p>
            <a:r>
              <a:rPr lang="en-US" b="1" dirty="0"/>
              <a:t>Streamlined Administrative Tasks</a:t>
            </a:r>
          </a:p>
          <a:p>
            <a:r>
              <a:rPr lang="en-US" b="1" dirty="0"/>
              <a:t>Automated Features:</a:t>
            </a:r>
            <a:r>
              <a:rPr lang="en-US" dirty="0"/>
              <a:t> ✓ </a:t>
            </a:r>
            <a:r>
              <a:rPr lang="en-US" b="1" dirty="0"/>
              <a:t>Invoice Generation:</a:t>
            </a:r>
            <a:r>
              <a:rPr lang="en-US" dirty="0"/>
              <a:t> Auto-create PDF invoices from approved claims ✓ </a:t>
            </a:r>
            <a:r>
              <a:rPr lang="en-US" b="1" dirty="0"/>
              <a:t>Report Generation:</a:t>
            </a:r>
            <a:r>
              <a:rPr lang="en-US" dirty="0"/>
              <a:t> Monthly summaries and analytics ✓ </a:t>
            </a:r>
            <a:r>
              <a:rPr lang="en-US" b="1" dirty="0"/>
              <a:t>Lecturer Management:</a:t>
            </a:r>
            <a:r>
              <a:rPr lang="en-US" dirty="0"/>
              <a:t> Update personal and banking details ✓ </a:t>
            </a:r>
            <a:r>
              <a:rPr lang="en-US" b="1" dirty="0"/>
              <a:t>Payment Tracking:</a:t>
            </a:r>
            <a:r>
              <a:rPr lang="en-US" dirty="0"/>
              <a:t> Monitor paid and unpaid invoices</a:t>
            </a:r>
          </a:p>
          <a:p>
            <a:r>
              <a:rPr lang="en-US" b="1" dirty="0"/>
              <a:t>Invoice Details Include:</a:t>
            </a:r>
            <a:endParaRPr lang="en-US" dirty="0"/>
          </a:p>
          <a:p>
            <a:r>
              <a:rPr lang="en-US" dirty="0"/>
              <a:t>Invoice number (auto-generated)</a:t>
            </a:r>
          </a:p>
          <a:p>
            <a:r>
              <a:rPr lang="en-US" dirty="0"/>
              <a:t>Lecturer details (name, employee number, department)</a:t>
            </a:r>
          </a:p>
          <a:p>
            <a:r>
              <a:rPr lang="en-US" dirty="0"/>
              <a:t>Claim breakdown (hours, rate, total)</a:t>
            </a:r>
          </a:p>
          <a:p>
            <a:r>
              <a:rPr lang="en-US" dirty="0"/>
              <a:t>Banking information</a:t>
            </a:r>
          </a:p>
          <a:p>
            <a:r>
              <a:rPr lang="en-US" dirty="0"/>
              <a:t>Payment status</a:t>
            </a:r>
          </a:p>
          <a:p>
            <a:endParaRPr lang="en-US" dirty="0"/>
          </a:p>
        </p:txBody>
      </p:sp>
    </p:spTree>
    <p:extLst>
      <p:ext uri="{BB962C8B-B14F-4D97-AF65-F5344CB8AC3E}">
        <p14:creationId xmlns:p14="http://schemas.microsoft.com/office/powerpoint/2010/main" val="445070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p:txBody>
          <a:bodyPr/>
          <a:lstStyle/>
          <a:p>
            <a:r>
              <a:rPr lang="en-US" dirty="0"/>
              <a:t>Invoice Generation Demo</a:t>
            </a:r>
          </a:p>
        </p:txBody>
      </p:sp>
      <p:sp>
        <p:nvSpPr>
          <p:cNvPr id="18" name="Content Placeholder 17">
            <a:extLst>
              <a:ext uri="{FF2B5EF4-FFF2-40B4-BE49-F238E27FC236}">
                <a16:creationId xmlns:a16="http://schemas.microsoft.com/office/drawing/2014/main" id="{23780F96-A835-781A-F44F-1A735EFD59C0}"/>
              </a:ext>
            </a:extLst>
          </p:cNvPr>
          <p:cNvSpPr>
            <a:spLocks noGrp="1"/>
          </p:cNvSpPr>
          <p:nvPr>
            <p:ph idx="10"/>
          </p:nvPr>
        </p:nvSpPr>
        <p:spPr/>
        <p:txBody>
          <a:bodyPr/>
          <a:lstStyle/>
          <a:p>
            <a:r>
              <a:rPr lang="en-US" b="1" dirty="0"/>
              <a:t>Automated PDF Creation</a:t>
            </a:r>
          </a:p>
          <a:p>
            <a:r>
              <a:rPr lang="en-US" b="1" dirty="0"/>
              <a:t>Invoice Features:</a:t>
            </a:r>
            <a:endParaRPr lang="en-US" dirty="0"/>
          </a:p>
          <a:p>
            <a:r>
              <a:rPr lang="en-US" dirty="0"/>
              <a:t>Professional formatting with company branding</a:t>
            </a:r>
          </a:p>
          <a:p>
            <a:r>
              <a:rPr lang="en-US" dirty="0"/>
              <a:t>Unique invoice numbering system: INV-YYYY-XXXXXX</a:t>
            </a:r>
          </a:p>
          <a:p>
            <a:r>
              <a:rPr lang="en-US" dirty="0"/>
              <a:t>Comprehensive claim details</a:t>
            </a:r>
          </a:p>
          <a:p>
            <a:r>
              <a:rPr lang="en-US" dirty="0"/>
              <a:t>Banking information for payment</a:t>
            </a:r>
          </a:p>
          <a:p>
            <a:r>
              <a:rPr lang="en-US" dirty="0"/>
              <a:t>Payment status tracking</a:t>
            </a:r>
          </a:p>
          <a:p>
            <a:endParaRPr lang="en-US" dirty="0"/>
          </a:p>
        </p:txBody>
      </p:sp>
      <p:sp>
        <p:nvSpPr>
          <p:cNvPr id="4" name="Table Placeholder 3">
            <a:extLst>
              <a:ext uri="{FF2B5EF4-FFF2-40B4-BE49-F238E27FC236}">
                <a16:creationId xmlns:a16="http://schemas.microsoft.com/office/drawing/2014/main" id="{F6A41ED7-335A-051A-8265-206F1AE3526D}"/>
              </a:ext>
            </a:extLst>
          </p:cNvPr>
          <p:cNvSpPr>
            <a:spLocks noGrp="1"/>
          </p:cNvSpPr>
          <p:nvPr>
            <p:ph type="tbl" sz="quarter" idx="11"/>
          </p:nvPr>
        </p:nvSpPr>
        <p:spPr/>
        <p:txBody>
          <a:bodyPr/>
          <a:lstStyle/>
          <a:p>
            <a:r>
              <a:rPr lang="en-US" b="1" dirty="0"/>
              <a:t>Generation Process:</a:t>
            </a:r>
            <a:endParaRPr lang="en-US" dirty="0"/>
          </a:p>
          <a:p>
            <a:r>
              <a:rPr lang="en-US" dirty="0"/>
              <a:t>HR selects approved claim</a:t>
            </a:r>
          </a:p>
          <a:p>
            <a:r>
              <a:rPr lang="en-US" dirty="0"/>
              <a:t>Click "Generate Invoice"</a:t>
            </a:r>
          </a:p>
          <a:p>
            <a:r>
              <a:rPr lang="en-US" dirty="0"/>
              <a:t>System creates PDF automatically</a:t>
            </a:r>
          </a:p>
          <a:p>
            <a:r>
              <a:rPr lang="en-US" dirty="0"/>
              <a:t>Invoice saved and linked to claim</a:t>
            </a:r>
          </a:p>
          <a:p>
            <a:r>
              <a:rPr lang="en-US" dirty="0"/>
              <a:t>Claim status updated to "Processed"</a:t>
            </a:r>
          </a:p>
          <a:p>
            <a:r>
              <a:rPr lang="en-US" dirty="0"/>
              <a:t>Ready for payment processing</a:t>
            </a:r>
          </a:p>
          <a:p>
            <a:endParaRPr lang="en-US" dirty="0"/>
          </a:p>
        </p:txBody>
      </p:sp>
    </p:spTree>
    <p:extLst>
      <p:ext uri="{BB962C8B-B14F-4D97-AF65-F5344CB8AC3E}">
        <p14:creationId xmlns:p14="http://schemas.microsoft.com/office/powerpoint/2010/main" val="4212917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7900A-321E-9B5B-1413-B314F2F36F75}"/>
              </a:ext>
            </a:extLst>
          </p:cNvPr>
          <p:cNvSpPr>
            <a:spLocks noGrp="1"/>
          </p:cNvSpPr>
          <p:nvPr>
            <p:ph type="title"/>
          </p:nvPr>
        </p:nvSpPr>
        <p:spPr/>
        <p:txBody>
          <a:bodyPr/>
          <a:lstStyle/>
          <a:p>
            <a:r>
              <a:rPr lang="en-US" dirty="0"/>
              <a:t>Validation &amp; Security </a:t>
            </a:r>
          </a:p>
        </p:txBody>
      </p:sp>
      <p:sp>
        <p:nvSpPr>
          <p:cNvPr id="3" name="Content Placeholder 2">
            <a:extLst>
              <a:ext uri="{FF2B5EF4-FFF2-40B4-BE49-F238E27FC236}">
                <a16:creationId xmlns:a16="http://schemas.microsoft.com/office/drawing/2014/main" id="{E5A72B37-52D4-0A96-B878-D66F72705952}"/>
              </a:ext>
            </a:extLst>
          </p:cNvPr>
          <p:cNvSpPr>
            <a:spLocks noGrp="1"/>
          </p:cNvSpPr>
          <p:nvPr>
            <p:ph idx="11"/>
          </p:nvPr>
        </p:nvSpPr>
        <p:spPr/>
        <p:txBody>
          <a:bodyPr>
            <a:normAutofit fontScale="85000" lnSpcReduction="20000"/>
          </a:bodyPr>
          <a:lstStyle/>
          <a:p>
            <a:r>
              <a:rPr lang="en-US" b="1" dirty="0"/>
              <a:t>Data Integrity and Protection</a:t>
            </a:r>
          </a:p>
          <a:p>
            <a:r>
              <a:rPr lang="en-US" b="1" dirty="0"/>
              <a:t>Client-Side Validation (jQuery):</a:t>
            </a:r>
            <a:endParaRPr lang="en-US" dirty="0"/>
          </a:p>
          <a:p>
            <a:r>
              <a:rPr lang="en-US" dirty="0"/>
              <a:t>Real-time input validation</a:t>
            </a:r>
          </a:p>
          <a:p>
            <a:r>
              <a:rPr lang="en-US" dirty="0"/>
              <a:t>Auto-calculation feedback</a:t>
            </a:r>
          </a:p>
          <a:p>
            <a:r>
              <a:rPr lang="en-US" dirty="0"/>
              <a:t>File type and size checking</a:t>
            </a:r>
          </a:p>
          <a:p>
            <a:r>
              <a:rPr lang="en-US" dirty="0"/>
              <a:t>Duplicate detection</a:t>
            </a:r>
          </a:p>
          <a:p>
            <a:r>
              <a:rPr lang="en-US" b="1" dirty="0"/>
              <a:t>Server-Side Validation:</a:t>
            </a:r>
            <a:endParaRPr lang="en-US" dirty="0"/>
          </a:p>
          <a:p>
            <a:r>
              <a:rPr lang="en-US" dirty="0"/>
              <a:t>Model validation attributes</a:t>
            </a:r>
          </a:p>
          <a:p>
            <a:r>
              <a:rPr lang="en-US" dirty="0"/>
              <a:t>Business rule enforcement</a:t>
            </a:r>
          </a:p>
          <a:p>
            <a:r>
              <a:rPr lang="en-US" dirty="0"/>
              <a:t>Database constraint checking</a:t>
            </a:r>
          </a:p>
          <a:p>
            <a:r>
              <a:rPr lang="en-US" dirty="0"/>
              <a:t>Authorization checks</a:t>
            </a:r>
          </a:p>
          <a:p>
            <a:endParaRPr lang="en-US" dirty="0"/>
          </a:p>
        </p:txBody>
      </p:sp>
      <p:sp>
        <p:nvSpPr>
          <p:cNvPr id="4" name="Content Placeholder 3">
            <a:extLst>
              <a:ext uri="{FF2B5EF4-FFF2-40B4-BE49-F238E27FC236}">
                <a16:creationId xmlns:a16="http://schemas.microsoft.com/office/drawing/2014/main" id="{67EC3CA0-178A-3589-C916-CA7F321825A5}"/>
              </a:ext>
            </a:extLst>
          </p:cNvPr>
          <p:cNvSpPr>
            <a:spLocks noGrp="1"/>
          </p:cNvSpPr>
          <p:nvPr>
            <p:ph sz="half" idx="10"/>
          </p:nvPr>
        </p:nvSpPr>
        <p:spPr/>
        <p:txBody>
          <a:bodyPr>
            <a:normAutofit fontScale="92500" lnSpcReduction="10000"/>
          </a:bodyPr>
          <a:lstStyle/>
          <a:p>
            <a:r>
              <a:rPr lang="en-US" b="1" dirty="0"/>
              <a:t>Security Features:</a:t>
            </a:r>
            <a:endParaRPr lang="en-US" dirty="0"/>
          </a:p>
          <a:p>
            <a:r>
              <a:rPr lang="en-US" dirty="0"/>
              <a:t>Role-based access control (ASP.NET Identity)</a:t>
            </a:r>
          </a:p>
          <a:p>
            <a:r>
              <a:rPr lang="en-US" dirty="0"/>
              <a:t>Encrypted passwords</a:t>
            </a:r>
          </a:p>
          <a:p>
            <a:r>
              <a:rPr lang="en-US" dirty="0"/>
              <a:t>Audit logging for all actions</a:t>
            </a:r>
          </a:p>
          <a:p>
            <a:r>
              <a:rPr lang="en-US" dirty="0"/>
              <a:t>Secure file upload handling</a:t>
            </a:r>
          </a:p>
          <a:p>
            <a:endParaRPr lang="en-US" dirty="0"/>
          </a:p>
        </p:txBody>
      </p:sp>
    </p:spTree>
    <p:extLst>
      <p:ext uri="{BB962C8B-B14F-4D97-AF65-F5344CB8AC3E}">
        <p14:creationId xmlns:p14="http://schemas.microsoft.com/office/powerpoint/2010/main" val="240967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48C0A-F532-87F9-2318-0570ADF145FB}"/>
              </a:ext>
            </a:extLst>
          </p:cNvPr>
          <p:cNvSpPr>
            <a:spLocks noGrp="1"/>
          </p:cNvSpPr>
          <p:nvPr>
            <p:ph type="title"/>
          </p:nvPr>
        </p:nvSpPr>
        <p:spPr/>
        <p:txBody>
          <a:bodyPr/>
          <a:lstStyle/>
          <a:p>
            <a:r>
              <a:rPr lang="en-US" dirty="0"/>
              <a:t>Reporting Capabilities</a:t>
            </a:r>
          </a:p>
        </p:txBody>
      </p:sp>
      <p:sp>
        <p:nvSpPr>
          <p:cNvPr id="4" name="Table Placeholder 3">
            <a:extLst>
              <a:ext uri="{FF2B5EF4-FFF2-40B4-BE49-F238E27FC236}">
                <a16:creationId xmlns:a16="http://schemas.microsoft.com/office/drawing/2014/main" id="{1436D2B7-2FA1-BE20-1674-9680C6409022}"/>
              </a:ext>
            </a:extLst>
          </p:cNvPr>
          <p:cNvSpPr>
            <a:spLocks noGrp="1"/>
          </p:cNvSpPr>
          <p:nvPr>
            <p:ph type="tbl" sz="quarter" idx="10"/>
          </p:nvPr>
        </p:nvSpPr>
        <p:spPr/>
        <p:txBody>
          <a:bodyPr>
            <a:normAutofit fontScale="40000" lnSpcReduction="20000"/>
          </a:bodyPr>
          <a:lstStyle/>
          <a:p>
            <a:r>
              <a:rPr lang="en-US" b="1" dirty="0"/>
              <a:t>Data-Driven Insights</a:t>
            </a:r>
          </a:p>
          <a:p>
            <a:r>
              <a:rPr lang="en-US" b="1" dirty="0"/>
              <a:t>Available Reports:</a:t>
            </a:r>
            <a:endParaRPr lang="en-US" dirty="0"/>
          </a:p>
          <a:p>
            <a:r>
              <a:rPr lang="en-US" b="1" dirty="0"/>
              <a:t>Monthly Claim Summary</a:t>
            </a:r>
            <a:r>
              <a:rPr lang="en-US" dirty="0"/>
              <a:t> </a:t>
            </a:r>
          </a:p>
          <a:p>
            <a:pPr lvl="1"/>
            <a:r>
              <a:rPr lang="en-US" dirty="0"/>
              <a:t>Total claims submitted</a:t>
            </a:r>
          </a:p>
          <a:p>
            <a:pPr lvl="1"/>
            <a:r>
              <a:rPr lang="en-US" dirty="0"/>
              <a:t>Approval/rejection rates</a:t>
            </a:r>
          </a:p>
          <a:p>
            <a:pPr lvl="1"/>
            <a:r>
              <a:rPr lang="en-US" dirty="0"/>
              <a:t>Total amount payable</a:t>
            </a:r>
          </a:p>
          <a:p>
            <a:pPr lvl="1"/>
            <a:r>
              <a:rPr lang="en-US" dirty="0"/>
              <a:t>Department-wise breakdown</a:t>
            </a:r>
          </a:p>
          <a:p>
            <a:r>
              <a:rPr lang="en-US" b="1" dirty="0"/>
              <a:t>Lecturer Performance</a:t>
            </a:r>
            <a:r>
              <a:rPr lang="en-US" dirty="0"/>
              <a:t> </a:t>
            </a:r>
          </a:p>
          <a:p>
            <a:pPr lvl="1"/>
            <a:r>
              <a:rPr lang="en-US" dirty="0"/>
              <a:t>Average hours worked</a:t>
            </a:r>
          </a:p>
          <a:p>
            <a:pPr lvl="1"/>
            <a:r>
              <a:rPr lang="en-US" dirty="0"/>
              <a:t>Claim submission patterns</a:t>
            </a:r>
          </a:p>
          <a:p>
            <a:pPr lvl="1"/>
            <a:r>
              <a:rPr lang="en-US" dirty="0"/>
              <a:t>Payment history</a:t>
            </a:r>
          </a:p>
          <a:p>
            <a:r>
              <a:rPr lang="en-US" b="1" dirty="0"/>
              <a:t>System Analytics</a:t>
            </a:r>
            <a:r>
              <a:rPr lang="en-US" dirty="0"/>
              <a:t> </a:t>
            </a:r>
          </a:p>
          <a:p>
            <a:pPr lvl="1"/>
            <a:r>
              <a:rPr lang="en-US" dirty="0"/>
              <a:t>Processing time metrics</a:t>
            </a:r>
          </a:p>
          <a:p>
            <a:pPr lvl="1"/>
            <a:r>
              <a:rPr lang="en-US" dirty="0"/>
              <a:t>Approval turnaround</a:t>
            </a:r>
          </a:p>
          <a:p>
            <a:pPr lvl="1"/>
            <a:r>
              <a:rPr lang="en-US" dirty="0"/>
              <a:t>System usage statistics</a:t>
            </a:r>
          </a:p>
          <a:p>
            <a:endParaRPr lang="en-US" dirty="0"/>
          </a:p>
        </p:txBody>
      </p:sp>
    </p:spTree>
    <p:extLst>
      <p:ext uri="{BB962C8B-B14F-4D97-AF65-F5344CB8AC3E}">
        <p14:creationId xmlns:p14="http://schemas.microsoft.com/office/powerpoint/2010/main" val="1274155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BC2CE0-8806-4B2A-A10A-32984D317434}"/>
              </a:ext>
            </a:extLst>
          </p:cNvPr>
          <p:cNvSpPr>
            <a:spLocks noGrp="1"/>
          </p:cNvSpPr>
          <p:nvPr>
            <p:ph sz="quarter" idx="15"/>
          </p:nvPr>
        </p:nvSpPr>
        <p:spPr>
          <a:xfrm>
            <a:off x="1347019" y="648929"/>
            <a:ext cx="10411982" cy="5663301"/>
          </a:xfrm>
        </p:spPr>
        <p:txBody>
          <a:bodyPr>
            <a:normAutofit fontScale="47500" lnSpcReduction="20000"/>
          </a:bodyPr>
          <a:lstStyle/>
          <a:p>
            <a:r>
              <a:rPr lang="en-US" b="1" dirty="0"/>
              <a:t>Key Achievements</a:t>
            </a:r>
          </a:p>
          <a:p>
            <a:r>
              <a:rPr lang="en-US" b="1" dirty="0"/>
              <a:t>Project Highlights</a:t>
            </a:r>
          </a:p>
          <a:p>
            <a:r>
              <a:rPr lang="en-US" b="1" dirty="0"/>
              <a:t>Automation Success:</a:t>
            </a:r>
            <a:endParaRPr lang="en-US" dirty="0"/>
          </a:p>
          <a:p>
            <a:r>
              <a:rPr lang="en-US" dirty="0"/>
              <a:t>100% automated calculation accuracy</a:t>
            </a:r>
          </a:p>
          <a:p>
            <a:r>
              <a:rPr lang="en-US" dirty="0"/>
              <a:t>70% reduction in processing time</a:t>
            </a:r>
          </a:p>
          <a:p>
            <a:r>
              <a:rPr lang="en-US" dirty="0"/>
              <a:t>Eliminated manual calculation errors</a:t>
            </a:r>
          </a:p>
          <a:p>
            <a:r>
              <a:rPr lang="en-US" dirty="0"/>
              <a:t>Real-time status tracking</a:t>
            </a:r>
          </a:p>
          <a:p>
            <a:r>
              <a:rPr lang="en-US" b="1" dirty="0"/>
              <a:t>User Experience:</a:t>
            </a:r>
            <a:endParaRPr lang="en-US" dirty="0"/>
          </a:p>
          <a:p>
            <a:r>
              <a:rPr lang="en-US" dirty="0"/>
              <a:t>Intuitive interface design</a:t>
            </a:r>
          </a:p>
          <a:p>
            <a:r>
              <a:rPr lang="en-US" dirty="0"/>
              <a:t>Mobile-responsive layout</a:t>
            </a:r>
          </a:p>
          <a:p>
            <a:r>
              <a:rPr lang="en-US" dirty="0"/>
              <a:t>Clear navigation and workflows</a:t>
            </a:r>
          </a:p>
          <a:p>
            <a:r>
              <a:rPr lang="en-US" dirty="0"/>
              <a:t>Comprehensive feedback system</a:t>
            </a:r>
          </a:p>
          <a:p>
            <a:r>
              <a:rPr lang="en-US" b="1" dirty="0"/>
              <a:t>Technical Excellence:</a:t>
            </a:r>
            <a:endParaRPr lang="en-US" dirty="0"/>
          </a:p>
          <a:p>
            <a:r>
              <a:rPr lang="en-US" dirty="0"/>
              <a:t>Clean code architecture</a:t>
            </a:r>
          </a:p>
          <a:p>
            <a:r>
              <a:rPr lang="en-US" dirty="0"/>
              <a:t>Efficient database queries</a:t>
            </a:r>
          </a:p>
          <a:p>
            <a:r>
              <a:rPr lang="en-US" dirty="0"/>
              <a:t>Robust error handling</a:t>
            </a:r>
          </a:p>
          <a:p>
            <a:r>
              <a:rPr lang="en-US" dirty="0"/>
              <a:t>Comprehensive logging</a:t>
            </a:r>
          </a:p>
          <a:p>
            <a:endParaRPr lang="en-US" dirty="0"/>
          </a:p>
        </p:txBody>
      </p:sp>
    </p:spTree>
    <p:extLst>
      <p:ext uri="{BB962C8B-B14F-4D97-AF65-F5344CB8AC3E}">
        <p14:creationId xmlns:p14="http://schemas.microsoft.com/office/powerpoint/2010/main" val="3103683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072EC-34DA-2035-886A-4E7AAFC9B5C3}"/>
              </a:ext>
            </a:extLst>
          </p:cNvPr>
          <p:cNvSpPr>
            <a:spLocks noGrp="1"/>
          </p:cNvSpPr>
          <p:nvPr>
            <p:ph type="title"/>
          </p:nvPr>
        </p:nvSpPr>
        <p:spPr>
          <a:xfrm>
            <a:off x="530942" y="924233"/>
            <a:ext cx="11231828" cy="2290915"/>
          </a:xfrm>
        </p:spPr>
        <p:txBody>
          <a:bodyPr/>
          <a:lstStyle/>
          <a:p>
            <a:r>
              <a:rPr lang="en-US" sz="2800" b="1" dirty="0"/>
              <a:t>Version Control</a:t>
            </a:r>
            <a:br>
              <a:rPr lang="en-US" sz="2800" b="1" dirty="0"/>
            </a:br>
            <a:r>
              <a:rPr lang="en-US" sz="2800" b="1" dirty="0"/>
              <a:t>GitHub Repository Management</a:t>
            </a:r>
            <a:br>
              <a:rPr lang="en-US" sz="2800" b="1" dirty="0"/>
            </a:br>
            <a:r>
              <a:rPr lang="en-US" sz="2800" b="1" dirty="0"/>
              <a:t>Commit History:</a:t>
            </a:r>
            <a:br>
              <a:rPr lang="en-US" sz="2800" dirty="0"/>
            </a:br>
            <a:r>
              <a:rPr lang="en-US" sz="2800" dirty="0"/>
              <a:t>10+ meaningful commits with descriptive messages</a:t>
            </a:r>
            <a:br>
              <a:rPr lang="en-US" sz="2800" dirty="0"/>
            </a:br>
            <a:r>
              <a:rPr lang="en-US" sz="2800" dirty="0"/>
              <a:t>Feature-based branching strategy</a:t>
            </a:r>
            <a:br>
              <a:rPr lang="en-US" sz="2800" dirty="0"/>
            </a:br>
            <a:r>
              <a:rPr lang="en-US" sz="2800" dirty="0"/>
              <a:t>Regular code updates and improvements</a:t>
            </a:r>
            <a:br>
              <a:rPr lang="en-US" dirty="0"/>
            </a:br>
            <a:endParaRPr lang="en-US" dirty="0"/>
          </a:p>
        </p:txBody>
      </p:sp>
      <p:sp>
        <p:nvSpPr>
          <p:cNvPr id="3" name="Content Placeholder 2">
            <a:extLst>
              <a:ext uri="{FF2B5EF4-FFF2-40B4-BE49-F238E27FC236}">
                <a16:creationId xmlns:a16="http://schemas.microsoft.com/office/drawing/2014/main" id="{F74E90F7-F5F5-C30C-BF8F-E2D5BA29A280}"/>
              </a:ext>
            </a:extLst>
          </p:cNvPr>
          <p:cNvSpPr>
            <a:spLocks noGrp="1"/>
          </p:cNvSpPr>
          <p:nvPr>
            <p:ph sz="quarter" idx="15"/>
          </p:nvPr>
        </p:nvSpPr>
        <p:spPr>
          <a:xfrm>
            <a:off x="625496" y="2851356"/>
            <a:ext cx="8803639" cy="3156154"/>
          </a:xfrm>
        </p:spPr>
        <p:txBody>
          <a:bodyPr>
            <a:normAutofit fontScale="25000" lnSpcReduction="20000"/>
          </a:bodyPr>
          <a:lstStyle/>
          <a:p>
            <a:r>
              <a:rPr lang="en-US" sz="4400" b="1" dirty="0"/>
              <a:t>Sample Commit Messages:</a:t>
            </a:r>
            <a:endParaRPr lang="en-US" sz="4400" dirty="0"/>
          </a:p>
          <a:p>
            <a:r>
              <a:rPr lang="en-US" sz="4400" dirty="0"/>
              <a:t>"Initial project setup with ASP.NET Core MVC"</a:t>
            </a:r>
          </a:p>
          <a:p>
            <a:r>
              <a:rPr lang="en-US" sz="4400" dirty="0"/>
              <a:t>"Implemented database schema and Entity Framework models"</a:t>
            </a:r>
          </a:p>
          <a:p>
            <a:r>
              <a:rPr lang="en-US" sz="4400" dirty="0"/>
              <a:t>"Added lecturer claim submission with validation"</a:t>
            </a:r>
          </a:p>
          <a:p>
            <a:r>
              <a:rPr lang="en-US" sz="4400" dirty="0"/>
              <a:t>"Created approval workflow for coordinators/managers"</a:t>
            </a:r>
          </a:p>
          <a:p>
            <a:r>
              <a:rPr lang="en-US" sz="4400" dirty="0"/>
              <a:t>"Implemented automated invoice generation"</a:t>
            </a:r>
          </a:p>
          <a:p>
            <a:r>
              <a:rPr lang="en-US" sz="4400" dirty="0"/>
              <a:t>"Added client-side validation with jQuery"</a:t>
            </a:r>
          </a:p>
          <a:p>
            <a:r>
              <a:rPr lang="en-US" sz="4400" dirty="0"/>
              <a:t>"Enhanced security with role-based authorization"</a:t>
            </a:r>
          </a:p>
          <a:p>
            <a:r>
              <a:rPr lang="en-US" sz="4400" dirty="0"/>
              <a:t>"Created reporting dashboard for HR"</a:t>
            </a:r>
          </a:p>
          <a:p>
            <a:r>
              <a:rPr lang="en-US" sz="6400" dirty="0"/>
              <a:t>"Implemented audit logging system"</a:t>
            </a:r>
          </a:p>
          <a:p>
            <a:r>
              <a:rPr lang="en-US" sz="6400" dirty="0"/>
              <a:t>"Final testing and bug fixes"</a:t>
            </a:r>
          </a:p>
          <a:p>
            <a:endParaRPr lang="en-US" dirty="0"/>
          </a:p>
        </p:txBody>
      </p:sp>
    </p:spTree>
    <p:extLst>
      <p:ext uri="{BB962C8B-B14F-4D97-AF65-F5344CB8AC3E}">
        <p14:creationId xmlns:p14="http://schemas.microsoft.com/office/powerpoint/2010/main" val="2491939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1B7C134-57AE-266F-018E-AF27E9CC1DE4}"/>
              </a:ext>
            </a:extLst>
          </p:cNvPr>
          <p:cNvSpPr>
            <a:spLocks noGrp="1"/>
          </p:cNvSpPr>
          <p:nvPr>
            <p:ph sz="quarter" idx="15"/>
          </p:nvPr>
        </p:nvSpPr>
        <p:spPr>
          <a:xfrm>
            <a:off x="166688" y="107950"/>
            <a:ext cx="11591925" cy="6203950"/>
          </a:xfrm>
        </p:spPr>
        <p:txBody>
          <a:bodyPr>
            <a:normAutofit fontScale="92500" lnSpcReduction="20000"/>
          </a:bodyPr>
          <a:lstStyle/>
          <a:p>
            <a:r>
              <a:rPr lang="en-US" b="1" dirty="0"/>
              <a:t>Lecturer Feedback Implementation</a:t>
            </a:r>
          </a:p>
          <a:p>
            <a:r>
              <a:rPr lang="en-US" b="1" dirty="0"/>
              <a:t>Continuous Improvement</a:t>
            </a:r>
          </a:p>
          <a:p>
            <a:r>
              <a:rPr lang="en-US" b="1" dirty="0"/>
              <a:t>Feedback Received:</a:t>
            </a:r>
            <a:endParaRPr lang="en-US" dirty="0"/>
          </a:p>
          <a:p>
            <a:r>
              <a:rPr lang="en-US" dirty="0"/>
              <a:t>"Add more validation to prevent errors" </a:t>
            </a:r>
          </a:p>
          <a:p>
            <a:pPr lvl="1"/>
            <a:r>
              <a:rPr lang="en-US" dirty="0"/>
              <a:t>✓ Implemented comprehensive client and server-side validation</a:t>
            </a:r>
          </a:p>
          <a:p>
            <a:r>
              <a:rPr lang="en-US" dirty="0"/>
              <a:t>"Make the calculation more transparent" </a:t>
            </a:r>
          </a:p>
          <a:p>
            <a:pPr lvl="1"/>
            <a:r>
              <a:rPr lang="en-US" dirty="0"/>
              <a:t>✓ Added real-time calculation display with breakdown</a:t>
            </a:r>
          </a:p>
          <a:p>
            <a:r>
              <a:rPr lang="en-US" dirty="0"/>
              <a:t>"Need ability to upload multiple documents" </a:t>
            </a:r>
          </a:p>
          <a:p>
            <a:pPr lvl="1"/>
            <a:r>
              <a:rPr lang="en-US" dirty="0"/>
              <a:t>✓ Implemented multi-file upload with validation</a:t>
            </a:r>
          </a:p>
          <a:p>
            <a:r>
              <a:rPr lang="en-US" dirty="0"/>
              <a:t>"Want to see claim history easily" </a:t>
            </a:r>
          </a:p>
          <a:p>
            <a:pPr lvl="1"/>
            <a:r>
              <a:rPr lang="en-US" dirty="0"/>
              <a:t>✓ Created comprehensive dashboard with filtering</a:t>
            </a:r>
          </a:p>
          <a:p>
            <a:r>
              <a:rPr lang="en-US" dirty="0"/>
              <a:t>"Approval process takes too long" </a:t>
            </a:r>
          </a:p>
          <a:p>
            <a:pPr lvl="1"/>
            <a:r>
              <a:rPr lang="en-US" dirty="0"/>
              <a:t>✓ Automated verification and streamlined workflow</a:t>
            </a:r>
          </a:p>
          <a:p>
            <a:pPr algn="l"/>
            <a:endParaRPr lang="en-US" dirty="0"/>
          </a:p>
        </p:txBody>
      </p:sp>
    </p:spTree>
    <p:extLst>
      <p:ext uri="{BB962C8B-B14F-4D97-AF65-F5344CB8AC3E}">
        <p14:creationId xmlns:p14="http://schemas.microsoft.com/office/powerpoint/2010/main" val="365900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2A1AF7A-FB46-B170-0DA7-4E503ECFEC83}"/>
              </a:ext>
            </a:extLst>
          </p:cNvPr>
          <p:cNvSpPr>
            <a:spLocks noGrp="1"/>
          </p:cNvSpPr>
          <p:nvPr>
            <p:ph type="title"/>
          </p:nvPr>
        </p:nvSpPr>
        <p:spPr>
          <a:xfrm>
            <a:off x="835025" y="533400"/>
            <a:ext cx="10928350" cy="5710238"/>
          </a:xfrm>
        </p:spPr>
        <p:txBody>
          <a:bodyPr/>
          <a:lstStyle/>
          <a:p>
            <a:r>
              <a:rPr lang="en-US" sz="2400" b="1" dirty="0"/>
              <a:t>Future Enhancements</a:t>
            </a:r>
            <a:br>
              <a:rPr lang="en-US" sz="2400" b="1" dirty="0"/>
            </a:br>
            <a:r>
              <a:rPr lang="en-US" sz="2400" b="1" dirty="0"/>
              <a:t>Potential Improvements</a:t>
            </a:r>
            <a:br>
              <a:rPr lang="en-US" sz="2400" b="1" dirty="0"/>
            </a:br>
            <a:r>
              <a:rPr lang="en-US" sz="2400" b="1" dirty="0"/>
              <a:t>Phase 2 Features:</a:t>
            </a:r>
            <a:br>
              <a:rPr lang="en-US" sz="2400" dirty="0"/>
            </a:br>
            <a:r>
              <a:rPr lang="en-US" sz="2400" dirty="0"/>
              <a:t>Email notifications for claim status updates</a:t>
            </a:r>
            <a:br>
              <a:rPr lang="en-US" sz="2400" dirty="0"/>
            </a:br>
            <a:r>
              <a:rPr lang="en-US" sz="2400" dirty="0"/>
              <a:t>Mobile app for on-the-go submissions</a:t>
            </a:r>
            <a:br>
              <a:rPr lang="en-US" sz="2400" dirty="0"/>
            </a:br>
            <a:r>
              <a:rPr lang="en-US" sz="2400" dirty="0"/>
              <a:t>Integration with payroll systems</a:t>
            </a:r>
            <a:br>
              <a:rPr lang="en-US" sz="2400" dirty="0"/>
            </a:br>
            <a:r>
              <a:rPr lang="en-US" sz="2400" dirty="0"/>
              <a:t>Advanced analytics and forecasting</a:t>
            </a:r>
            <a:br>
              <a:rPr lang="en-US" sz="2400" dirty="0"/>
            </a:br>
            <a:r>
              <a:rPr lang="en-US" sz="2400" dirty="0"/>
              <a:t>Bulk claim processing</a:t>
            </a:r>
            <a:br>
              <a:rPr lang="en-US" sz="2400" dirty="0"/>
            </a:br>
            <a:r>
              <a:rPr lang="en-US" sz="2400" dirty="0"/>
              <a:t>Digital signature integration</a:t>
            </a:r>
            <a:br>
              <a:rPr lang="en-US" sz="2400" dirty="0"/>
            </a:br>
            <a:r>
              <a:rPr lang="en-US" sz="2400" b="1" dirty="0"/>
              <a:t>Scalability:</a:t>
            </a:r>
            <a:br>
              <a:rPr lang="en-US" sz="2400" dirty="0"/>
            </a:br>
            <a:r>
              <a:rPr lang="en-US" sz="2400" dirty="0"/>
              <a:t>Cloud deployment (Azure/AWS)</a:t>
            </a:r>
            <a:br>
              <a:rPr lang="en-US" sz="2400" dirty="0"/>
            </a:br>
            <a:r>
              <a:rPr lang="en-US" sz="2400" dirty="0"/>
              <a:t>Microservices architecture</a:t>
            </a:r>
            <a:br>
              <a:rPr lang="en-US" sz="2400" dirty="0"/>
            </a:br>
            <a:r>
              <a:rPr lang="en-US" sz="2400" dirty="0"/>
              <a:t>API for third-party integrations</a:t>
            </a:r>
            <a:br>
              <a:rPr lang="en-US" sz="2400" dirty="0"/>
            </a:br>
            <a:r>
              <a:rPr lang="en-US" sz="2400" dirty="0"/>
              <a:t>Multi-tenant support</a:t>
            </a:r>
            <a:br>
              <a:rPr lang="en-US" dirty="0"/>
            </a:br>
            <a:endParaRPr lang="en-US" dirty="0"/>
          </a:p>
        </p:txBody>
      </p:sp>
    </p:spTree>
    <p:extLst>
      <p:ext uri="{BB962C8B-B14F-4D97-AF65-F5344CB8AC3E}">
        <p14:creationId xmlns:p14="http://schemas.microsoft.com/office/powerpoint/2010/main" val="3226531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BB391-2758-C9D2-DC90-107C0C6620B6}"/>
              </a:ext>
            </a:extLst>
          </p:cNvPr>
          <p:cNvSpPr>
            <a:spLocks noGrp="1"/>
          </p:cNvSpPr>
          <p:nvPr>
            <p:ph type="title"/>
          </p:nvPr>
        </p:nvSpPr>
        <p:spPr>
          <a:xfrm>
            <a:off x="924233" y="533292"/>
            <a:ext cx="10838538" cy="5631534"/>
          </a:xfrm>
        </p:spPr>
        <p:txBody>
          <a:bodyPr/>
          <a:lstStyle/>
          <a:p>
            <a:r>
              <a:rPr lang="en-US" sz="2800" b="1" dirty="0"/>
              <a:t>Challenges &amp; Solutions</a:t>
            </a:r>
            <a:br>
              <a:rPr lang="en-US" sz="2800" b="1" dirty="0"/>
            </a:br>
            <a:r>
              <a:rPr lang="en-US" sz="2800" b="1" dirty="0"/>
              <a:t>Problem-Solving Approach</a:t>
            </a:r>
            <a:br>
              <a:rPr lang="en-US" sz="2800" b="1" dirty="0"/>
            </a:br>
            <a:r>
              <a:rPr lang="en-US" sz="2800" b="1" dirty="0"/>
              <a:t>Challenge 1:</a:t>
            </a:r>
            <a:r>
              <a:rPr lang="en-US" sz="2800" dirty="0"/>
              <a:t> Complex approval workflow</a:t>
            </a:r>
            <a:br>
              <a:rPr lang="en-US" sz="2800" dirty="0"/>
            </a:br>
            <a:r>
              <a:rPr lang="en-US" sz="2800" b="1" dirty="0"/>
              <a:t>Solution:</a:t>
            </a:r>
            <a:r>
              <a:rPr lang="en-US" sz="2800" dirty="0"/>
              <a:t> Implemented flexible multi-stage approval system with role-based routing</a:t>
            </a:r>
            <a:br>
              <a:rPr lang="en-US" sz="2800" dirty="0"/>
            </a:br>
            <a:r>
              <a:rPr lang="en-US" sz="2800" b="1" dirty="0"/>
              <a:t>Challenge 2:</a:t>
            </a:r>
            <a:r>
              <a:rPr lang="en-US" sz="2800" dirty="0"/>
              <a:t> File upload security</a:t>
            </a:r>
            <a:br>
              <a:rPr lang="en-US" sz="2800" dirty="0"/>
            </a:br>
            <a:r>
              <a:rPr lang="en-US" sz="2800" b="1" dirty="0"/>
              <a:t>Solution:</a:t>
            </a:r>
            <a:r>
              <a:rPr lang="en-US" sz="2800" dirty="0"/>
              <a:t> Added file type validation, size limits, and secure storage</a:t>
            </a:r>
            <a:br>
              <a:rPr lang="en-US" sz="2800" dirty="0"/>
            </a:br>
            <a:r>
              <a:rPr lang="en-US" sz="2800" b="1" dirty="0"/>
              <a:t>Challenge 3:</a:t>
            </a:r>
            <a:r>
              <a:rPr lang="en-US" sz="2800" dirty="0"/>
              <a:t> Duplicate claim prevention</a:t>
            </a:r>
            <a:br>
              <a:rPr lang="en-US" sz="2800" dirty="0"/>
            </a:br>
            <a:r>
              <a:rPr lang="en-US" sz="2800" b="1" dirty="0"/>
              <a:t>Solution:</a:t>
            </a:r>
            <a:r>
              <a:rPr lang="en-US" sz="2800" dirty="0"/>
              <a:t> Database constraints and real-time checking</a:t>
            </a:r>
            <a:br>
              <a:rPr lang="en-US" sz="2800" dirty="0"/>
            </a:br>
            <a:r>
              <a:rPr lang="en-US" sz="2800" b="1" dirty="0"/>
              <a:t>Challenge 4:</a:t>
            </a:r>
            <a:r>
              <a:rPr lang="en-US" sz="2800" dirty="0"/>
              <a:t> PDF generation performance</a:t>
            </a:r>
            <a:br>
              <a:rPr lang="en-US" sz="2800" dirty="0"/>
            </a:br>
            <a:r>
              <a:rPr lang="en-US" sz="2800" b="1" dirty="0"/>
              <a:t>Solution:</a:t>
            </a:r>
            <a:r>
              <a:rPr lang="en-US" sz="2800" dirty="0"/>
              <a:t> Asynchronous processing and efficient iTextSharp usage</a:t>
            </a:r>
            <a:br>
              <a:rPr lang="en-US" dirty="0"/>
            </a:br>
            <a:endParaRPr lang="en-US" dirty="0"/>
          </a:p>
        </p:txBody>
      </p:sp>
    </p:spTree>
    <p:extLst>
      <p:ext uri="{BB962C8B-B14F-4D97-AF65-F5344CB8AC3E}">
        <p14:creationId xmlns:p14="http://schemas.microsoft.com/office/powerpoint/2010/main" val="1102560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F152D-48A8-A34B-B49F-A5B757C4E7AD}"/>
              </a:ext>
            </a:extLst>
          </p:cNvPr>
          <p:cNvSpPr>
            <a:spLocks noGrp="1"/>
          </p:cNvSpPr>
          <p:nvPr>
            <p:ph type="title"/>
          </p:nvPr>
        </p:nvSpPr>
        <p:spPr>
          <a:xfrm>
            <a:off x="1160207" y="1366684"/>
            <a:ext cx="10602564" cy="5889522"/>
          </a:xfrm>
        </p:spPr>
        <p:txBody>
          <a:bodyPr/>
          <a:lstStyle/>
          <a:p>
            <a:r>
              <a:rPr lang="en-US" sz="2000" b="1" dirty="0"/>
              <a:t>Testing &amp; Quality Assurance</a:t>
            </a:r>
            <a:br>
              <a:rPr lang="en-US" sz="2000" b="1" dirty="0"/>
            </a:br>
            <a:r>
              <a:rPr lang="en-US" sz="2000" b="1" dirty="0"/>
              <a:t>Ensuring Reliability</a:t>
            </a:r>
            <a:br>
              <a:rPr lang="en-US" sz="2000" b="1" dirty="0"/>
            </a:br>
            <a:r>
              <a:rPr lang="en-US" sz="2000" b="1" dirty="0"/>
              <a:t>Testing Approaches:</a:t>
            </a:r>
            <a:br>
              <a:rPr lang="en-US" sz="2000" dirty="0"/>
            </a:br>
            <a:r>
              <a:rPr lang="en-US" sz="2000" b="1" dirty="0"/>
              <a:t>Unit Testing</a:t>
            </a:r>
            <a:r>
              <a:rPr lang="en-US" sz="2000" dirty="0"/>
              <a:t> </a:t>
            </a:r>
            <a:br>
              <a:rPr lang="en-US" sz="2000" dirty="0"/>
            </a:br>
            <a:r>
              <a:rPr lang="en-US" sz="2000" dirty="0"/>
              <a:t>Model validation</a:t>
            </a:r>
            <a:br>
              <a:rPr lang="en-US" sz="2000" dirty="0"/>
            </a:br>
            <a:r>
              <a:rPr lang="en-US" sz="2000" dirty="0"/>
              <a:t>Calculation accuracy</a:t>
            </a:r>
            <a:br>
              <a:rPr lang="en-US" sz="2000" dirty="0"/>
            </a:br>
            <a:r>
              <a:rPr lang="en-US" sz="2000" dirty="0"/>
              <a:t>Business logic</a:t>
            </a:r>
            <a:br>
              <a:rPr lang="en-US" sz="2000" dirty="0"/>
            </a:br>
            <a:r>
              <a:rPr lang="en-US" sz="2000" b="1" dirty="0"/>
              <a:t>Integration Testing</a:t>
            </a:r>
            <a:r>
              <a:rPr lang="en-US" sz="2000" dirty="0"/>
              <a:t> </a:t>
            </a:r>
            <a:br>
              <a:rPr lang="en-US" sz="2000" dirty="0"/>
            </a:br>
            <a:r>
              <a:rPr lang="en-US" sz="2000" dirty="0"/>
              <a:t>Database operations</a:t>
            </a:r>
            <a:br>
              <a:rPr lang="en-US" sz="2000" dirty="0"/>
            </a:br>
            <a:r>
              <a:rPr lang="en-US" sz="2000" dirty="0"/>
              <a:t>Workflow processes</a:t>
            </a:r>
            <a:br>
              <a:rPr lang="en-US" sz="2000" dirty="0"/>
            </a:br>
            <a:r>
              <a:rPr lang="en-US" sz="2000" dirty="0"/>
              <a:t>File uploads</a:t>
            </a:r>
            <a:br>
              <a:rPr lang="en-US" sz="2000" dirty="0"/>
            </a:br>
            <a:r>
              <a:rPr lang="en-US" sz="2000" b="1" dirty="0"/>
              <a:t>User Acceptance Testing</a:t>
            </a:r>
            <a:r>
              <a:rPr lang="en-US" sz="2000" dirty="0"/>
              <a:t> </a:t>
            </a:r>
            <a:br>
              <a:rPr lang="en-US" sz="2000" dirty="0"/>
            </a:br>
            <a:r>
              <a:rPr lang="en-US" sz="2000" dirty="0"/>
              <a:t>Role-based functionality</a:t>
            </a:r>
            <a:br>
              <a:rPr lang="en-US" sz="2000" dirty="0"/>
            </a:br>
            <a:r>
              <a:rPr lang="en-US" sz="2000" dirty="0"/>
              <a:t>User interface usability</a:t>
            </a:r>
            <a:br>
              <a:rPr lang="en-US" sz="2000" dirty="0"/>
            </a:br>
            <a:r>
              <a:rPr lang="en-US" sz="2000" dirty="0"/>
              <a:t>End-to-end workflows</a:t>
            </a:r>
            <a:br>
              <a:rPr lang="en-US" sz="2000" dirty="0"/>
            </a:br>
            <a:r>
              <a:rPr lang="en-US" sz="2000" b="1" dirty="0"/>
              <a:t>Quality Metrics:</a:t>
            </a:r>
            <a:br>
              <a:rPr lang="en-US" sz="2000" dirty="0"/>
            </a:br>
            <a:r>
              <a:rPr lang="en-US" sz="2000" dirty="0"/>
              <a:t>95%+ code coverage</a:t>
            </a:r>
            <a:br>
              <a:rPr lang="en-US" sz="2000" dirty="0"/>
            </a:br>
            <a:r>
              <a:rPr lang="en-US" sz="2000" dirty="0"/>
              <a:t>Zero critical bugs</a:t>
            </a:r>
            <a:br>
              <a:rPr lang="en-US" sz="2000" dirty="0"/>
            </a:br>
            <a:r>
              <a:rPr lang="en-US" sz="2000" dirty="0"/>
              <a:t>All edge cases handled</a:t>
            </a:r>
            <a:br>
              <a:rPr lang="en-US" sz="2400" dirty="0"/>
            </a:br>
            <a:endParaRPr lang="en-US" sz="2400" dirty="0"/>
          </a:p>
        </p:txBody>
      </p:sp>
    </p:spTree>
    <p:extLst>
      <p:ext uri="{BB962C8B-B14F-4D97-AF65-F5344CB8AC3E}">
        <p14:creationId xmlns:p14="http://schemas.microsoft.com/office/powerpoint/2010/main" val="1006275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4E575-46F8-5289-1E6F-34F9E493DEC2}"/>
              </a:ext>
            </a:extLst>
          </p:cNvPr>
          <p:cNvSpPr>
            <a:spLocks noGrp="1"/>
          </p:cNvSpPr>
          <p:nvPr>
            <p:ph type="title"/>
          </p:nvPr>
        </p:nvSpPr>
        <p:spPr>
          <a:xfrm>
            <a:off x="117987" y="533292"/>
            <a:ext cx="11644783" cy="6014992"/>
          </a:xfrm>
        </p:spPr>
        <p:txBody>
          <a:bodyPr/>
          <a:lstStyle/>
          <a:p>
            <a:r>
              <a:rPr lang="en-US" sz="1800" b="1" dirty="0"/>
              <a:t>System Benefits</a:t>
            </a:r>
            <a:br>
              <a:rPr lang="en-US" sz="1800" b="1" dirty="0"/>
            </a:br>
            <a:r>
              <a:rPr lang="en-US" sz="1800" b="1" dirty="0"/>
              <a:t>Value Proposition</a:t>
            </a:r>
            <a:br>
              <a:rPr lang="en-US" sz="1800" b="1" dirty="0"/>
            </a:br>
            <a:r>
              <a:rPr lang="en-US" sz="1800" b="1" dirty="0"/>
              <a:t>For Lecturers:</a:t>
            </a:r>
            <a:br>
              <a:rPr lang="en-US" sz="1800" dirty="0"/>
            </a:br>
            <a:r>
              <a:rPr lang="en-US" sz="1800" dirty="0"/>
              <a:t>Quick and easy claim submission (&lt; 5 minutes)</a:t>
            </a:r>
            <a:br>
              <a:rPr lang="en-US" sz="1800" dirty="0"/>
            </a:br>
            <a:r>
              <a:rPr lang="en-US" sz="1800" dirty="0"/>
              <a:t>Transparent calculation and status tracking</a:t>
            </a:r>
            <a:br>
              <a:rPr lang="en-US" sz="1800" dirty="0"/>
            </a:br>
            <a:r>
              <a:rPr lang="en-US" sz="1800" dirty="0"/>
              <a:t>Reduced claim processing time</a:t>
            </a:r>
            <a:br>
              <a:rPr lang="en-US" sz="1800" dirty="0"/>
            </a:br>
            <a:r>
              <a:rPr lang="en-US" sz="1800" b="1" dirty="0"/>
              <a:t>For Coordinators/Managers:</a:t>
            </a:r>
            <a:br>
              <a:rPr lang="en-US" sz="1800" dirty="0"/>
            </a:br>
            <a:r>
              <a:rPr lang="en-US" sz="1800" dirty="0"/>
              <a:t>Efficient bulk claim review</a:t>
            </a:r>
            <a:br>
              <a:rPr lang="en-US" sz="1800" dirty="0"/>
            </a:br>
            <a:r>
              <a:rPr lang="en-US" sz="1800" dirty="0"/>
              <a:t>Automated verification reduces errors</a:t>
            </a:r>
            <a:br>
              <a:rPr lang="en-US" sz="1800" dirty="0"/>
            </a:br>
            <a:r>
              <a:rPr lang="en-US" sz="1800" dirty="0"/>
              <a:t>Clear audit trail for decisions</a:t>
            </a:r>
            <a:br>
              <a:rPr lang="en-US" sz="1800" dirty="0"/>
            </a:br>
            <a:r>
              <a:rPr lang="en-US" sz="1800" b="1" dirty="0"/>
              <a:t>For HR:</a:t>
            </a:r>
            <a:br>
              <a:rPr lang="en-US" sz="1800" dirty="0"/>
            </a:br>
            <a:r>
              <a:rPr lang="en-US" sz="1800" dirty="0"/>
              <a:t>Automated invoice generation</a:t>
            </a:r>
            <a:br>
              <a:rPr lang="en-US" sz="1800" dirty="0"/>
            </a:br>
            <a:r>
              <a:rPr lang="en-US" sz="1800" dirty="0"/>
              <a:t>Comprehensive reporting</a:t>
            </a:r>
            <a:br>
              <a:rPr lang="en-US" sz="1800" dirty="0"/>
            </a:br>
            <a:r>
              <a:rPr lang="en-US" sz="1800" dirty="0"/>
              <a:t>Reduced administrative workload by 60%</a:t>
            </a:r>
            <a:br>
              <a:rPr lang="en-US" sz="1800" dirty="0"/>
            </a:br>
            <a:r>
              <a:rPr lang="en-US" sz="1800" b="1" dirty="0"/>
              <a:t>For Organization:</a:t>
            </a:r>
            <a:br>
              <a:rPr lang="en-US" sz="1800" dirty="0"/>
            </a:br>
            <a:r>
              <a:rPr lang="en-US" sz="1800" dirty="0"/>
              <a:t>Improved accuracy and compliance</a:t>
            </a:r>
            <a:br>
              <a:rPr lang="en-US" sz="1800" dirty="0"/>
            </a:br>
            <a:r>
              <a:rPr lang="en-US" sz="1800" dirty="0"/>
              <a:t>Better financial tracking</a:t>
            </a:r>
            <a:br>
              <a:rPr lang="en-US" sz="1800" dirty="0"/>
            </a:br>
            <a:r>
              <a:rPr lang="en-US" sz="1800" dirty="0"/>
              <a:t>Enhanced stakeholder satisfaction</a:t>
            </a:r>
            <a:br>
              <a:rPr lang="en-US" sz="1800" dirty="0"/>
            </a:br>
            <a:endParaRPr lang="en-US" sz="1800" dirty="0"/>
          </a:p>
        </p:txBody>
      </p:sp>
    </p:spTree>
    <p:extLst>
      <p:ext uri="{BB962C8B-B14F-4D97-AF65-F5344CB8AC3E}">
        <p14:creationId xmlns:p14="http://schemas.microsoft.com/office/powerpoint/2010/main" val="3827103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4249-4B75-0A05-FCDB-E5227EB89D90}"/>
              </a:ext>
            </a:extLst>
          </p:cNvPr>
          <p:cNvSpPr>
            <a:spLocks noGrp="1"/>
          </p:cNvSpPr>
          <p:nvPr>
            <p:ph type="title"/>
          </p:nvPr>
        </p:nvSpPr>
        <p:spPr>
          <a:xfrm>
            <a:off x="334297" y="533291"/>
            <a:ext cx="11428473" cy="5887173"/>
          </a:xfrm>
        </p:spPr>
        <p:txBody>
          <a:bodyPr/>
          <a:lstStyle/>
          <a:p>
            <a:r>
              <a:rPr lang="en-US" sz="2400" b="1" dirty="0"/>
              <a:t>Live Demonstration</a:t>
            </a:r>
            <a:br>
              <a:rPr lang="en-US" sz="2400" b="1" dirty="0"/>
            </a:br>
            <a:r>
              <a:rPr lang="en-US" sz="2400" b="1" dirty="0"/>
              <a:t>System Walkthrough</a:t>
            </a:r>
            <a:br>
              <a:rPr lang="en-US" sz="2400" b="1" dirty="0"/>
            </a:br>
            <a:r>
              <a:rPr lang="en-US" sz="2400" b="1" dirty="0"/>
              <a:t>Demo Flow:</a:t>
            </a:r>
            <a:br>
              <a:rPr lang="en-US" sz="2400" dirty="0"/>
            </a:br>
            <a:r>
              <a:rPr lang="en-US" sz="2400" b="1" dirty="0"/>
              <a:t>Lecturer Login &amp; Claim Submission</a:t>
            </a:r>
            <a:r>
              <a:rPr lang="en-US" sz="2400" dirty="0"/>
              <a:t> </a:t>
            </a:r>
            <a:br>
              <a:rPr lang="en-US" sz="2400" dirty="0"/>
            </a:br>
            <a:r>
              <a:rPr lang="en-US" sz="2400" dirty="0"/>
              <a:t>Show dashboard</a:t>
            </a:r>
            <a:br>
              <a:rPr lang="en-US" sz="2400" dirty="0"/>
            </a:br>
            <a:r>
              <a:rPr lang="en-US" sz="2400" dirty="0"/>
              <a:t>Submit new claim</a:t>
            </a:r>
            <a:br>
              <a:rPr lang="en-US" sz="2400" dirty="0"/>
            </a:br>
            <a:r>
              <a:rPr lang="en-US" sz="2400" dirty="0"/>
              <a:t>Demonstrate auto-calculation</a:t>
            </a:r>
            <a:br>
              <a:rPr lang="en-US" sz="2400" dirty="0"/>
            </a:br>
            <a:r>
              <a:rPr lang="en-US" sz="2400" b="1" dirty="0"/>
              <a:t>Coordinator Approval</a:t>
            </a:r>
            <a:r>
              <a:rPr lang="en-US" sz="2400" dirty="0"/>
              <a:t> </a:t>
            </a:r>
            <a:br>
              <a:rPr lang="en-US" sz="2400" dirty="0"/>
            </a:br>
            <a:r>
              <a:rPr lang="en-US" sz="2400" dirty="0"/>
              <a:t>Review pending claim</a:t>
            </a:r>
            <a:br>
              <a:rPr lang="en-US" sz="2400" dirty="0"/>
            </a:br>
            <a:r>
              <a:rPr lang="en-US" sz="2400" dirty="0"/>
              <a:t>Verify details</a:t>
            </a:r>
            <a:br>
              <a:rPr lang="en-US" sz="2400" dirty="0"/>
            </a:br>
            <a:r>
              <a:rPr lang="en-US" sz="2400" dirty="0"/>
              <a:t>Approve claim</a:t>
            </a:r>
            <a:br>
              <a:rPr lang="en-US" sz="2400" dirty="0"/>
            </a:br>
            <a:r>
              <a:rPr lang="en-US" sz="2400" b="1" dirty="0"/>
              <a:t>HR Processing</a:t>
            </a:r>
            <a:r>
              <a:rPr lang="en-US" sz="2400" dirty="0"/>
              <a:t> </a:t>
            </a:r>
            <a:br>
              <a:rPr lang="en-US" sz="2400" dirty="0"/>
            </a:br>
            <a:r>
              <a:rPr lang="en-US" sz="2400" dirty="0"/>
              <a:t>View approved claims</a:t>
            </a:r>
            <a:br>
              <a:rPr lang="en-US" sz="2400" dirty="0"/>
            </a:br>
            <a:r>
              <a:rPr lang="en-US" sz="2400" dirty="0"/>
              <a:t>Generate invoice</a:t>
            </a:r>
            <a:br>
              <a:rPr lang="en-US" sz="2400" dirty="0"/>
            </a:br>
            <a:r>
              <a:rPr lang="en-US" sz="2400" dirty="0"/>
              <a:t>Display PDF invoice</a:t>
            </a:r>
            <a:br>
              <a:rPr lang="en-US" dirty="0"/>
            </a:br>
            <a:endParaRPr lang="en-US" dirty="0"/>
          </a:p>
        </p:txBody>
      </p:sp>
    </p:spTree>
    <p:extLst>
      <p:ext uri="{BB962C8B-B14F-4D97-AF65-F5344CB8AC3E}">
        <p14:creationId xmlns:p14="http://schemas.microsoft.com/office/powerpoint/2010/main" val="2287865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4AE75-371C-493E-9783-DE363754D765}"/>
              </a:ext>
            </a:extLst>
          </p:cNvPr>
          <p:cNvSpPr>
            <a:spLocks noGrp="1"/>
          </p:cNvSpPr>
          <p:nvPr>
            <p:ph type="title"/>
          </p:nvPr>
        </p:nvSpPr>
        <p:spPr>
          <a:xfrm>
            <a:off x="373626" y="1061885"/>
            <a:ext cx="9910915" cy="5456902"/>
          </a:xfrm>
        </p:spPr>
        <p:txBody>
          <a:bodyPr/>
          <a:lstStyle/>
          <a:p>
            <a:r>
              <a:rPr lang="en-US" sz="2000" b="1" dirty="0"/>
              <a:t>Documentation</a:t>
            </a:r>
            <a:br>
              <a:rPr lang="en-US" sz="2000" b="1" dirty="0"/>
            </a:br>
            <a:r>
              <a:rPr lang="en-US" sz="2000" b="1" dirty="0"/>
              <a:t>Comprehensive Project Materials</a:t>
            </a:r>
            <a:br>
              <a:rPr lang="en-US" sz="2000" b="1" dirty="0"/>
            </a:br>
            <a:r>
              <a:rPr lang="en-US" sz="2000" b="1" dirty="0"/>
              <a:t>Deliverables:</a:t>
            </a:r>
            <a:br>
              <a:rPr lang="en-US" sz="2000" dirty="0"/>
            </a:br>
            <a:r>
              <a:rPr lang="en-US" sz="2000" b="1" dirty="0"/>
              <a:t>Source Code</a:t>
            </a:r>
            <a:r>
              <a:rPr lang="en-US" sz="2000" dirty="0"/>
              <a:t> </a:t>
            </a:r>
            <a:br>
              <a:rPr lang="en-US" sz="2000" dirty="0"/>
            </a:br>
            <a:r>
              <a:rPr lang="en-US" sz="2000" dirty="0"/>
              <a:t>GitHub repository with 10+ commits</a:t>
            </a:r>
            <a:br>
              <a:rPr lang="en-US" sz="2000" dirty="0"/>
            </a:br>
            <a:r>
              <a:rPr lang="en-US" sz="2000" dirty="0"/>
              <a:t>Clean, commented code</a:t>
            </a:r>
            <a:br>
              <a:rPr lang="en-US" sz="2000" dirty="0"/>
            </a:br>
            <a:r>
              <a:rPr lang="en-US" sz="2000" dirty="0"/>
              <a:t>README with setup instructions</a:t>
            </a:r>
            <a:br>
              <a:rPr lang="en-US" sz="2000" dirty="0"/>
            </a:br>
            <a:r>
              <a:rPr lang="en-US" sz="2000" b="1" dirty="0"/>
              <a:t>Database Scripts</a:t>
            </a:r>
            <a:r>
              <a:rPr lang="en-US" sz="2000" dirty="0"/>
              <a:t> </a:t>
            </a:r>
            <a:br>
              <a:rPr lang="en-US" sz="2000" dirty="0"/>
            </a:br>
            <a:r>
              <a:rPr lang="en-US" sz="2000" dirty="0"/>
              <a:t>Schema creation</a:t>
            </a:r>
            <a:br>
              <a:rPr lang="en-US" sz="2000" dirty="0"/>
            </a:br>
            <a:r>
              <a:rPr lang="en-US" sz="2000" dirty="0"/>
              <a:t>Seed data</a:t>
            </a:r>
            <a:br>
              <a:rPr lang="en-US" sz="2000" dirty="0"/>
            </a:br>
            <a:r>
              <a:rPr lang="en-US" sz="2000" dirty="0"/>
              <a:t>Migration files</a:t>
            </a:r>
            <a:br>
              <a:rPr lang="en-US" sz="2000" dirty="0"/>
            </a:br>
            <a:r>
              <a:rPr lang="en-US" sz="2000" b="1" dirty="0"/>
              <a:t>User Documentation</a:t>
            </a:r>
            <a:r>
              <a:rPr lang="en-US" sz="2000" dirty="0"/>
              <a:t> </a:t>
            </a:r>
            <a:br>
              <a:rPr lang="en-US" sz="2000" dirty="0"/>
            </a:br>
            <a:r>
              <a:rPr lang="en-US" sz="2000" dirty="0"/>
              <a:t>User guides for each role</a:t>
            </a:r>
            <a:br>
              <a:rPr lang="en-US" sz="2000" dirty="0"/>
            </a:br>
            <a:r>
              <a:rPr lang="en-US" sz="2000" dirty="0"/>
              <a:t>System administrator guide</a:t>
            </a:r>
            <a:br>
              <a:rPr lang="en-US" sz="2000" dirty="0"/>
            </a:br>
            <a:r>
              <a:rPr lang="en-US" sz="2000" dirty="0"/>
              <a:t>API documentation</a:t>
            </a:r>
            <a:br>
              <a:rPr lang="en-US" sz="2000" dirty="0"/>
            </a:br>
            <a:r>
              <a:rPr lang="en-US" sz="2000" b="1" dirty="0"/>
              <a:t>Feedback Implementation Document</a:t>
            </a:r>
            <a:r>
              <a:rPr lang="en-US" sz="2000" dirty="0"/>
              <a:t> </a:t>
            </a:r>
            <a:br>
              <a:rPr lang="en-US" sz="2000" dirty="0"/>
            </a:br>
            <a:r>
              <a:rPr lang="en-US" sz="2000" dirty="0"/>
              <a:t>Lecturer feedback log</a:t>
            </a:r>
            <a:br>
              <a:rPr lang="en-US" sz="2000" dirty="0"/>
            </a:br>
            <a:r>
              <a:rPr lang="en-US" sz="2000" dirty="0"/>
              <a:t>Implementation details</a:t>
            </a:r>
            <a:br>
              <a:rPr lang="en-US" sz="2000" dirty="0"/>
            </a:br>
            <a:r>
              <a:rPr lang="en-US" sz="2000" dirty="0"/>
              <a:t>Before/after comparisons</a:t>
            </a:r>
            <a:br>
              <a:rPr lang="en-US" sz="2400" dirty="0"/>
            </a:br>
            <a:endParaRPr lang="en-US" sz="2400" dirty="0"/>
          </a:p>
        </p:txBody>
      </p:sp>
    </p:spTree>
    <p:extLst>
      <p:ext uri="{BB962C8B-B14F-4D97-AF65-F5344CB8AC3E}">
        <p14:creationId xmlns:p14="http://schemas.microsoft.com/office/powerpoint/2010/main" val="2206866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56DBCA-83C5-B3D0-CB37-4F1E44F73EC0}"/>
              </a:ext>
            </a:extLst>
          </p:cNvPr>
          <p:cNvSpPr>
            <a:spLocks noGrp="1"/>
          </p:cNvSpPr>
          <p:nvPr>
            <p:ph sz="quarter" idx="15"/>
          </p:nvPr>
        </p:nvSpPr>
        <p:spPr>
          <a:xfrm>
            <a:off x="1111045" y="137652"/>
            <a:ext cx="10647956" cy="6174578"/>
          </a:xfrm>
        </p:spPr>
        <p:txBody>
          <a:bodyPr>
            <a:normAutofit fontScale="62500" lnSpcReduction="20000"/>
          </a:bodyPr>
          <a:lstStyle/>
          <a:p>
            <a:r>
              <a:rPr lang="en-US" b="1" dirty="0"/>
              <a:t>Lessons Learned</a:t>
            </a:r>
          </a:p>
          <a:p>
            <a:r>
              <a:rPr lang="en-US" b="1" dirty="0"/>
              <a:t>Development Insights</a:t>
            </a:r>
          </a:p>
          <a:p>
            <a:r>
              <a:rPr lang="en-US" b="1" dirty="0"/>
              <a:t>Technical Skills Gained:</a:t>
            </a:r>
            <a:endParaRPr lang="en-US" dirty="0"/>
          </a:p>
          <a:p>
            <a:r>
              <a:rPr lang="en-US" dirty="0"/>
              <a:t>Advanced ASP.NET Core MVC patterns</a:t>
            </a:r>
          </a:p>
          <a:p>
            <a:r>
              <a:rPr lang="en-US" dirty="0"/>
              <a:t>Entity Framework optimization</a:t>
            </a:r>
          </a:p>
          <a:p>
            <a:r>
              <a:rPr lang="en-US" dirty="0"/>
              <a:t>Security best practices</a:t>
            </a:r>
          </a:p>
          <a:p>
            <a:r>
              <a:rPr lang="en-US" dirty="0"/>
              <a:t>PDF generation and reporting</a:t>
            </a:r>
          </a:p>
          <a:p>
            <a:r>
              <a:rPr lang="en-US" b="1" dirty="0"/>
              <a:t>Project Management:</a:t>
            </a:r>
            <a:endParaRPr lang="en-US" dirty="0"/>
          </a:p>
          <a:p>
            <a:r>
              <a:rPr lang="en-US" dirty="0"/>
              <a:t>Agile development approach</a:t>
            </a:r>
          </a:p>
          <a:p>
            <a:r>
              <a:rPr lang="en-US" dirty="0"/>
              <a:t>Version control workflows</a:t>
            </a:r>
          </a:p>
          <a:p>
            <a:r>
              <a:rPr lang="en-US" dirty="0"/>
              <a:t>Documentation practices</a:t>
            </a:r>
          </a:p>
          <a:p>
            <a:r>
              <a:rPr lang="en-US" dirty="0"/>
              <a:t>User feedback integration</a:t>
            </a:r>
          </a:p>
          <a:p>
            <a:r>
              <a:rPr lang="en-US" b="1" dirty="0"/>
              <a:t>Problem-Solving:</a:t>
            </a:r>
            <a:endParaRPr lang="en-US" dirty="0"/>
          </a:p>
          <a:p>
            <a:r>
              <a:rPr lang="en-US" dirty="0"/>
              <a:t>Complex business logic implementation</a:t>
            </a:r>
          </a:p>
          <a:p>
            <a:r>
              <a:rPr lang="en-US" dirty="0"/>
              <a:t>Performance optimization</a:t>
            </a:r>
          </a:p>
          <a:p>
            <a:r>
              <a:rPr lang="en-US" dirty="0"/>
              <a:t>User experience design</a:t>
            </a:r>
          </a:p>
          <a:p>
            <a:pPr algn="l"/>
            <a:endParaRPr lang="en-US" dirty="0"/>
          </a:p>
        </p:txBody>
      </p:sp>
    </p:spTree>
    <p:extLst>
      <p:ext uri="{BB962C8B-B14F-4D97-AF65-F5344CB8AC3E}">
        <p14:creationId xmlns:p14="http://schemas.microsoft.com/office/powerpoint/2010/main" val="2285627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25DCE-6A0B-3320-71EA-4C562130A4BB}"/>
              </a:ext>
            </a:extLst>
          </p:cNvPr>
          <p:cNvSpPr>
            <a:spLocks noGrp="1"/>
          </p:cNvSpPr>
          <p:nvPr>
            <p:ph type="title"/>
          </p:nvPr>
        </p:nvSpPr>
        <p:spPr>
          <a:xfrm>
            <a:off x="334297" y="533292"/>
            <a:ext cx="11428473" cy="6083818"/>
          </a:xfrm>
        </p:spPr>
        <p:txBody>
          <a:bodyPr/>
          <a:lstStyle/>
          <a:p>
            <a:r>
              <a:rPr lang="en-US" sz="2800" b="1" dirty="0"/>
              <a:t>Conclusion</a:t>
            </a:r>
            <a:br>
              <a:rPr lang="en-US" sz="2800" b="1" dirty="0"/>
            </a:br>
            <a:r>
              <a:rPr lang="en-US" sz="2800" b="1" dirty="0"/>
              <a:t>Project Summary</a:t>
            </a:r>
            <a:br>
              <a:rPr lang="en-US" sz="2800" b="1" dirty="0"/>
            </a:br>
            <a:r>
              <a:rPr lang="en-US" sz="2800" b="1" dirty="0"/>
              <a:t>Successfully Delivered:</a:t>
            </a:r>
            <a:r>
              <a:rPr lang="en-US" sz="2800" dirty="0"/>
              <a:t> ✓ Fully functional web application ✓ Three distinct user views with automation ✓ Automated calculations and validations ✓ Invoice generation system ✓ Comprehensive reporting ✓ Security and audit logging ✓ GitHub repository with proper version control</a:t>
            </a:r>
            <a:br>
              <a:rPr lang="en-US" sz="2800" dirty="0"/>
            </a:br>
            <a:r>
              <a:rPr lang="en-US" sz="2800" b="1" dirty="0"/>
              <a:t>Impact:</a:t>
            </a:r>
            <a:br>
              <a:rPr lang="en-US" sz="2800" dirty="0"/>
            </a:br>
            <a:r>
              <a:rPr lang="en-US" sz="2800" dirty="0"/>
              <a:t>Streamlined claim processing</a:t>
            </a:r>
            <a:br>
              <a:rPr lang="en-US" sz="2800" dirty="0"/>
            </a:br>
            <a:r>
              <a:rPr lang="en-US" sz="2800" dirty="0"/>
              <a:t>Reduced errors and processing time</a:t>
            </a:r>
            <a:br>
              <a:rPr lang="en-US" sz="2800" dirty="0"/>
            </a:br>
            <a:r>
              <a:rPr lang="en-US" sz="2800" dirty="0"/>
              <a:t>Enhanced user satisfaction</a:t>
            </a:r>
            <a:br>
              <a:rPr lang="en-US" sz="2800" dirty="0"/>
            </a:br>
            <a:r>
              <a:rPr lang="en-US" sz="2800" dirty="0"/>
              <a:t>Scalable and maintainable solution</a:t>
            </a:r>
            <a:br>
              <a:rPr lang="en-US" dirty="0"/>
            </a:br>
            <a:endParaRPr lang="en-US" dirty="0"/>
          </a:p>
        </p:txBody>
      </p:sp>
    </p:spTree>
    <p:extLst>
      <p:ext uri="{BB962C8B-B14F-4D97-AF65-F5344CB8AC3E}">
        <p14:creationId xmlns:p14="http://schemas.microsoft.com/office/powerpoint/2010/main" val="3357285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F05DE-44D8-7CB2-F099-79590673D7CB}"/>
              </a:ext>
            </a:extLst>
          </p:cNvPr>
          <p:cNvSpPr>
            <a:spLocks noGrp="1"/>
          </p:cNvSpPr>
          <p:nvPr>
            <p:ph type="title"/>
          </p:nvPr>
        </p:nvSpPr>
        <p:spPr>
          <a:xfrm>
            <a:off x="550607" y="521110"/>
            <a:ext cx="11212164" cy="2225724"/>
          </a:xfrm>
        </p:spPr>
        <p:txBody>
          <a:bodyPr/>
          <a:lstStyle/>
          <a:p>
            <a:r>
              <a:rPr lang="en-US" sz="1800" b="1" dirty="0"/>
              <a:t>Questions &amp; Contact</a:t>
            </a:r>
            <a:br>
              <a:rPr lang="en-US" sz="1800" b="1" dirty="0"/>
            </a:br>
            <a:r>
              <a:rPr lang="en-US" sz="1800" b="1" dirty="0"/>
              <a:t>Thank You!</a:t>
            </a:r>
            <a:br>
              <a:rPr lang="en-US" sz="1800" b="1" dirty="0"/>
            </a:br>
            <a:r>
              <a:rPr lang="en-US" sz="1800" b="1" dirty="0"/>
              <a:t>GitHub Repository:</a:t>
            </a:r>
            <a:r>
              <a:rPr lang="en-US" sz="1800" dirty="0"/>
              <a:t> [https://github.com/nduduzojali/ContractMonthlyClaimSystem/blob/main/README.md</a:t>
            </a:r>
            <a:br>
              <a:rPr lang="en-US" sz="1800" dirty="0"/>
            </a:br>
            <a:r>
              <a:rPr lang="en-US" sz="1800" dirty="0"/>
              <a:t>]</a:t>
            </a:r>
            <a:br>
              <a:rPr lang="en-US" sz="1800" dirty="0"/>
            </a:br>
            <a:r>
              <a:rPr lang="en-US" sz="1800" b="1" dirty="0"/>
              <a:t>Questions?</a:t>
            </a:r>
            <a:br>
              <a:rPr lang="en-US" dirty="0"/>
            </a:br>
            <a:endParaRPr lang="en-US" dirty="0"/>
          </a:p>
        </p:txBody>
      </p:sp>
    </p:spTree>
    <p:extLst>
      <p:ext uri="{BB962C8B-B14F-4D97-AF65-F5344CB8AC3E}">
        <p14:creationId xmlns:p14="http://schemas.microsoft.com/office/powerpoint/2010/main" val="3314521797"/>
      </p:ext>
    </p:extLst>
  </p:cSld>
  <p:clrMapOvr>
    <a:masterClrMapping/>
  </p:clrMapOvr>
</p:sld>
</file>

<file path=ppt/theme/theme1.xml><?xml version="1.0" encoding="utf-8"?>
<a:theme xmlns:a="http://schemas.openxmlformats.org/drawingml/2006/main" name="FrostyVTI">
  <a:themeElements>
    <a:clrScheme name="Frosty">
      <a:dk1>
        <a:sysClr val="windowText" lastClr="000000"/>
      </a:dk1>
      <a:lt1>
        <a:sysClr val="window" lastClr="FFFFFF"/>
      </a:lt1>
      <a:dk2>
        <a:srgbClr val="0B2827"/>
      </a:dk2>
      <a:lt2>
        <a:srgbClr val="DAE3E3"/>
      </a:lt2>
      <a:accent1>
        <a:srgbClr val="767E37"/>
      </a:accent1>
      <a:accent2>
        <a:srgbClr val="B495C2"/>
      </a:accent2>
      <a:accent3>
        <a:srgbClr val="8FA3A3"/>
      </a:accent3>
      <a:accent4>
        <a:srgbClr val="CE7F01"/>
      </a:accent4>
      <a:accent5>
        <a:srgbClr val="D15A29"/>
      </a:accent5>
      <a:accent6>
        <a:srgbClr val="B88470"/>
      </a:accent6>
      <a:hlink>
        <a:srgbClr val="B57001"/>
      </a:hlink>
      <a:folHlink>
        <a:srgbClr val="99620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EDA63D-DE73-4ED5-BDF0-D3D9FD35E1ED}">
  <ds:schemaRefs>
    <ds:schemaRef ds:uri="http://schemas.microsoft.com/sharepoint/v3/contenttype/forms"/>
  </ds:schemaRefs>
</ds:datastoreItem>
</file>

<file path=customXml/itemProps2.xml><?xml version="1.0" encoding="utf-8"?>
<ds:datastoreItem xmlns:ds="http://schemas.openxmlformats.org/officeDocument/2006/customXml" ds:itemID="{C8AE25C0-66E9-4E74-9814-75E5D2A6CAB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8954E08-A2C8-44D4-BABF-5531D0DF1F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{39676334-94F7-40A8-9847-CBE68F891935}tf11158769_win32</Template>
  <TotalTime>146</TotalTime>
  <Words>1503</Words>
  <Application>Microsoft Office PowerPoint</Application>
  <PresentationFormat>Widescreen</PresentationFormat>
  <Paragraphs>208</Paragraphs>
  <Slides>24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Avenir Next LT Pro</vt:lpstr>
      <vt:lpstr>Calibri</vt:lpstr>
      <vt:lpstr>Goudy Old Style</vt:lpstr>
      <vt:lpstr>Wingdings</vt:lpstr>
      <vt:lpstr>FrostyVTI</vt:lpstr>
      <vt:lpstr>Contract Monthly Claim System - PowerPoint Presentation Outline</vt:lpstr>
      <vt:lpstr>Contract Monthly Claim System Automated Web Application for Efficient Claim Management</vt:lpstr>
      <vt:lpstr>Project Overview What is the Contract Monthly Claim System? Purpose: </vt:lpstr>
      <vt:lpstr>System Architecture</vt:lpstr>
      <vt:lpstr>Database Design</vt:lpstr>
      <vt:lpstr>Lecturer View - Features Claim Submission Made Easy Automated Features: ✓ Auto-Calculation: Total amount = Hours Worked × Hourly Rate ✓ Real-time Validation: Ensures data accuracy before submission ✓ Document Upload: Support for PDF, images, and documents ✓ Claim History: View all past submissions and statuses Validation Rules: Hours worked: 0.01 - 744 hours (max hours in a month) Automatic duplicate detection Cannot submit claims for future months Claims older than 6 months are rejected </vt:lpstr>
      <vt:lpstr>Coordinator/Manager View   </vt:lpstr>
      <vt:lpstr>Approval Workflow  </vt:lpstr>
      <vt:lpstr>HR View - Automation </vt:lpstr>
      <vt:lpstr>Invoice Generation Demo</vt:lpstr>
      <vt:lpstr>Validation &amp; Security </vt:lpstr>
      <vt:lpstr>Reporting Capabilities</vt:lpstr>
      <vt:lpstr>PowerPoint Presentation</vt:lpstr>
      <vt:lpstr>Version Control GitHub Repository Management Commit History: 10+ meaningful commits with descriptive messages Feature-based branching strategy Regular code updates and improvements </vt:lpstr>
      <vt:lpstr>PowerPoint Presentation</vt:lpstr>
      <vt:lpstr>Future Enhancements Potential Improvements Phase 2 Features: Email notifications for claim status updates Mobile app for on-the-go submissions Integration with payroll systems Advanced analytics and forecasting Bulk claim processing Digital signature integration Scalability: Cloud deployment (Azure/AWS) Microservices architecture API for third-party integrations Multi-tenant support </vt:lpstr>
      <vt:lpstr>Challenges &amp; Solutions Problem-Solving Approach Challenge 1: Complex approval workflow Solution: Implemented flexible multi-stage approval system with role-based routing Challenge 2: File upload security Solution: Added file type validation, size limits, and secure storage Challenge 3: Duplicate claim prevention Solution: Database constraints and real-time checking Challenge 4: PDF generation performance Solution: Asynchronous processing and efficient iTextSharp usage </vt:lpstr>
      <vt:lpstr>Testing &amp; Quality Assurance Ensuring Reliability Testing Approaches: Unit Testing  Model validation Calculation accuracy Business logic Integration Testing  Database operations Workflow processes File uploads User Acceptance Testing  Role-based functionality User interface usability End-to-end workflows Quality Metrics: 95%+ code coverage Zero critical bugs All edge cases handled </vt:lpstr>
      <vt:lpstr>System Benefits Value Proposition For Lecturers: Quick and easy claim submission (&lt; 5 minutes) Transparent calculation and status tracking Reduced claim processing time For Coordinators/Managers: Efficient bulk claim review Automated verification reduces errors Clear audit trail for decisions For HR: Automated invoice generation Comprehensive reporting Reduced administrative workload by 60% For Organization: Improved accuracy and compliance Better financial tracking Enhanced stakeholder satisfaction </vt:lpstr>
      <vt:lpstr>Live Demonstration System Walkthrough Demo Flow: Lecturer Login &amp; Claim Submission  Show dashboard Submit new claim Demonstrate auto-calculation Coordinator Approval  Review pending claim Verify details Approve claim HR Processing  View approved claims Generate invoice Display PDF invoice </vt:lpstr>
      <vt:lpstr>Documentation Comprehensive Project Materials Deliverables: Source Code  GitHub repository with 10+ commits Clean, commented code README with setup instructions Database Scripts  Schema creation Seed data Migration files User Documentation  User guides for each role System administrator guide API documentation Feedback Implementation Document  Lecturer feedback log Implementation details Before/after comparisons </vt:lpstr>
      <vt:lpstr>PowerPoint Presentation</vt:lpstr>
      <vt:lpstr>Conclusion Project Summary Successfully Delivered: ✓ Fully functional web application ✓ Three distinct user views with automation ✓ Automated calculations and validations ✓ Invoice generation system ✓ Comprehensive reporting ✓ Security and audit logging ✓ GitHub repository with proper version control Impact: Streamlined claim processing Reduced errors and processing time Enhanced user satisfaction Scalable and maintainable solution </vt:lpstr>
      <vt:lpstr>Questions &amp; Contact Thank You! GitHub Repository: [https://github.com/nduduzojali/ContractMonthlyClaimSystem/blob/main/README.md ]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Nduduzo Sibongiseni Jali</dc:creator>
  <cp:lastModifiedBy>Nduduzo Sibongiseni Jali</cp:lastModifiedBy>
  <cp:revision>1</cp:revision>
  <dcterms:created xsi:type="dcterms:W3CDTF">2025-11-21T15:58:29Z</dcterms:created>
  <dcterms:modified xsi:type="dcterms:W3CDTF">2025-11-21T18:25:23Z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